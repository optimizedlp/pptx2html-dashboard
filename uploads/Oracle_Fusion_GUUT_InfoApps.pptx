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C4A"/>
    <a:srgbClr val="F3BA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A3AA0-2588-4D35-95AD-C7A87E841751}" v="27" dt="2026-01-28T14:27:47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42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 Ford" userId="79ae5e10bd852782" providerId="LiveId" clId="{9B40F9EF-6F53-4383-929A-1075F9DBC346}"/>
    <pc:docChg chg="undo custSel addSld delSld modSld">
      <pc:chgData name="D Ford" userId="79ae5e10bd852782" providerId="LiveId" clId="{9B40F9EF-6F53-4383-929A-1075F9DBC346}" dt="2026-01-28T14:27:56.151" v="559" actId="12788"/>
      <pc:docMkLst>
        <pc:docMk/>
      </pc:docMkLst>
      <pc:sldChg chg="addSp modSp mod">
        <pc:chgData name="D Ford" userId="79ae5e10bd852782" providerId="LiveId" clId="{9B40F9EF-6F53-4383-929A-1075F9DBC346}" dt="2026-01-28T13:22:36.518" v="81" actId="313"/>
        <pc:sldMkLst>
          <pc:docMk/>
          <pc:sldMk cId="0" sldId="256"/>
        </pc:sldMkLst>
        <pc:spChg chg="mod">
          <ac:chgData name="D Ford" userId="79ae5e10bd852782" providerId="LiveId" clId="{9B40F9EF-6F53-4383-929A-1075F9DBC346}" dt="2026-01-28T13:13:52.170" v="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 Ford" userId="79ae5e10bd852782" providerId="LiveId" clId="{9B40F9EF-6F53-4383-929A-1075F9DBC346}" dt="2026-01-28T13:19:15.336" v="2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D Ford" userId="79ae5e10bd852782" providerId="LiveId" clId="{9B40F9EF-6F53-4383-929A-1075F9DBC346}" dt="2026-01-28T13:17:48.272" v="7" actId="164"/>
          <ac:spMkLst>
            <pc:docMk/>
            <pc:sldMk cId="0" sldId="256"/>
            <ac:spMk id="4" creationId="{00000000-0000-0000-0000-000000000000}"/>
          </ac:spMkLst>
        </pc:spChg>
        <pc:spChg chg="mod">
          <ac:chgData name="D Ford" userId="79ae5e10bd852782" providerId="LiveId" clId="{9B40F9EF-6F53-4383-929A-1075F9DBC346}" dt="2026-01-28T13:17:48.272" v="7" actId="164"/>
          <ac:spMkLst>
            <pc:docMk/>
            <pc:sldMk cId="0" sldId="256"/>
            <ac:spMk id="5" creationId="{00000000-0000-0000-0000-000000000000}"/>
          </ac:spMkLst>
        </pc:spChg>
        <pc:spChg chg="mod">
          <ac:chgData name="D Ford" userId="79ae5e10bd852782" providerId="LiveId" clId="{9B40F9EF-6F53-4383-929A-1075F9DBC346}" dt="2026-01-28T13:17:48.272" v="7" actId="164"/>
          <ac:spMkLst>
            <pc:docMk/>
            <pc:sldMk cId="0" sldId="256"/>
            <ac:spMk id="6" creationId="{00000000-0000-0000-0000-000000000000}"/>
          </ac:spMkLst>
        </pc:spChg>
        <pc:spChg chg="mod">
          <ac:chgData name="D Ford" userId="79ae5e10bd852782" providerId="LiveId" clId="{9B40F9EF-6F53-4383-929A-1075F9DBC346}" dt="2026-01-28T13:17:48.272" v="7" actId="164"/>
          <ac:spMkLst>
            <pc:docMk/>
            <pc:sldMk cId="0" sldId="256"/>
            <ac:spMk id="7" creationId="{00000000-0000-0000-0000-000000000000}"/>
          </ac:spMkLst>
        </pc:spChg>
        <pc:spChg chg="mod">
          <ac:chgData name="D Ford" userId="79ae5e10bd852782" providerId="LiveId" clId="{9B40F9EF-6F53-4383-929A-1075F9DBC346}" dt="2026-01-28T13:17:48.272" v="7" actId="164"/>
          <ac:spMkLst>
            <pc:docMk/>
            <pc:sldMk cId="0" sldId="256"/>
            <ac:spMk id="8" creationId="{00000000-0000-0000-0000-000000000000}"/>
          </ac:spMkLst>
        </pc:spChg>
        <pc:spChg chg="mod">
          <ac:chgData name="D Ford" userId="79ae5e10bd852782" providerId="LiveId" clId="{9B40F9EF-6F53-4383-929A-1075F9DBC346}" dt="2026-01-28T13:17:48.272" v="7" actId="164"/>
          <ac:spMkLst>
            <pc:docMk/>
            <pc:sldMk cId="0" sldId="256"/>
            <ac:spMk id="9" creationId="{00000000-0000-0000-0000-000000000000}"/>
          </ac:spMkLst>
        </pc:spChg>
        <pc:spChg chg="mod">
          <ac:chgData name="D Ford" userId="79ae5e10bd852782" providerId="LiveId" clId="{9B40F9EF-6F53-4383-929A-1075F9DBC346}" dt="2026-01-28T13:18:01.647" v="9" actId="164"/>
          <ac:spMkLst>
            <pc:docMk/>
            <pc:sldMk cId="0" sldId="256"/>
            <ac:spMk id="10" creationId="{00000000-0000-0000-0000-000000000000}"/>
          </ac:spMkLst>
        </pc:spChg>
        <pc:spChg chg="mod">
          <ac:chgData name="D Ford" userId="79ae5e10bd852782" providerId="LiveId" clId="{9B40F9EF-6F53-4383-929A-1075F9DBC346}" dt="2026-01-28T13:18:01.647" v="9" actId="164"/>
          <ac:spMkLst>
            <pc:docMk/>
            <pc:sldMk cId="0" sldId="256"/>
            <ac:spMk id="11" creationId="{00000000-0000-0000-0000-000000000000}"/>
          </ac:spMkLst>
        </pc:spChg>
        <pc:spChg chg="mod">
          <ac:chgData name="D Ford" userId="79ae5e10bd852782" providerId="LiveId" clId="{9B40F9EF-6F53-4383-929A-1075F9DBC346}" dt="2026-01-28T13:18:01.647" v="9" actId="164"/>
          <ac:spMkLst>
            <pc:docMk/>
            <pc:sldMk cId="0" sldId="256"/>
            <ac:spMk id="12" creationId="{00000000-0000-0000-0000-000000000000}"/>
          </ac:spMkLst>
        </pc:spChg>
        <pc:spChg chg="mod">
          <ac:chgData name="D Ford" userId="79ae5e10bd852782" providerId="LiveId" clId="{9B40F9EF-6F53-4383-929A-1075F9DBC346}" dt="2026-01-28T13:18:01.647" v="9" actId="164"/>
          <ac:spMkLst>
            <pc:docMk/>
            <pc:sldMk cId="0" sldId="256"/>
            <ac:spMk id="13" creationId="{00000000-0000-0000-0000-000000000000}"/>
          </ac:spMkLst>
        </pc:spChg>
        <pc:spChg chg="mod">
          <ac:chgData name="D Ford" userId="79ae5e10bd852782" providerId="LiveId" clId="{9B40F9EF-6F53-4383-929A-1075F9DBC346}" dt="2026-01-28T13:18:01.647" v="9" actId="164"/>
          <ac:spMkLst>
            <pc:docMk/>
            <pc:sldMk cId="0" sldId="256"/>
            <ac:spMk id="14" creationId="{00000000-0000-0000-0000-000000000000}"/>
          </ac:spMkLst>
        </pc:spChg>
        <pc:spChg chg="mod">
          <ac:chgData name="D Ford" userId="79ae5e10bd852782" providerId="LiveId" clId="{9B40F9EF-6F53-4383-929A-1075F9DBC346}" dt="2026-01-28T13:18:01.647" v="9" actId="164"/>
          <ac:spMkLst>
            <pc:docMk/>
            <pc:sldMk cId="0" sldId="256"/>
            <ac:spMk id="15" creationId="{00000000-0000-0000-0000-000000000000}"/>
          </ac:spMkLst>
        </pc:spChg>
        <pc:spChg chg="mod">
          <ac:chgData name="D Ford" userId="79ae5e10bd852782" providerId="LiveId" clId="{9B40F9EF-6F53-4383-929A-1075F9DBC346}" dt="2026-01-28T13:18:14.445" v="11" actId="164"/>
          <ac:spMkLst>
            <pc:docMk/>
            <pc:sldMk cId="0" sldId="256"/>
            <ac:spMk id="16" creationId="{00000000-0000-0000-0000-000000000000}"/>
          </ac:spMkLst>
        </pc:spChg>
        <pc:spChg chg="mod">
          <ac:chgData name="D Ford" userId="79ae5e10bd852782" providerId="LiveId" clId="{9B40F9EF-6F53-4383-929A-1075F9DBC346}" dt="2026-01-28T13:18:14.445" v="11" actId="164"/>
          <ac:spMkLst>
            <pc:docMk/>
            <pc:sldMk cId="0" sldId="256"/>
            <ac:spMk id="17" creationId="{00000000-0000-0000-0000-000000000000}"/>
          </ac:spMkLst>
        </pc:spChg>
        <pc:spChg chg="mod">
          <ac:chgData name="D Ford" userId="79ae5e10bd852782" providerId="LiveId" clId="{9B40F9EF-6F53-4383-929A-1075F9DBC346}" dt="2026-01-28T13:18:14.445" v="11" actId="164"/>
          <ac:spMkLst>
            <pc:docMk/>
            <pc:sldMk cId="0" sldId="256"/>
            <ac:spMk id="18" creationId="{00000000-0000-0000-0000-000000000000}"/>
          </ac:spMkLst>
        </pc:spChg>
        <pc:spChg chg="mod">
          <ac:chgData name="D Ford" userId="79ae5e10bd852782" providerId="LiveId" clId="{9B40F9EF-6F53-4383-929A-1075F9DBC346}" dt="2026-01-28T13:18:14.445" v="11" actId="164"/>
          <ac:spMkLst>
            <pc:docMk/>
            <pc:sldMk cId="0" sldId="256"/>
            <ac:spMk id="19" creationId="{00000000-0000-0000-0000-000000000000}"/>
          </ac:spMkLst>
        </pc:spChg>
        <pc:spChg chg="mod">
          <ac:chgData name="D Ford" userId="79ae5e10bd852782" providerId="LiveId" clId="{9B40F9EF-6F53-4383-929A-1075F9DBC346}" dt="2026-01-28T13:18:14.445" v="11" actId="164"/>
          <ac:spMkLst>
            <pc:docMk/>
            <pc:sldMk cId="0" sldId="256"/>
            <ac:spMk id="20" creationId="{00000000-0000-0000-0000-000000000000}"/>
          </ac:spMkLst>
        </pc:spChg>
        <pc:spChg chg="mod">
          <ac:chgData name="D Ford" userId="79ae5e10bd852782" providerId="LiveId" clId="{9B40F9EF-6F53-4383-929A-1075F9DBC346}" dt="2026-01-28T13:18:14.445" v="11" actId="164"/>
          <ac:spMkLst>
            <pc:docMk/>
            <pc:sldMk cId="0" sldId="256"/>
            <ac:spMk id="21" creationId="{00000000-0000-0000-0000-000000000000}"/>
          </ac:spMkLst>
        </pc:spChg>
        <pc:spChg chg="mod">
          <ac:chgData name="D Ford" userId="79ae5e10bd852782" providerId="LiveId" clId="{9B40F9EF-6F53-4383-929A-1075F9DBC346}" dt="2026-01-28T13:17:54.977" v="8" actId="164"/>
          <ac:spMkLst>
            <pc:docMk/>
            <pc:sldMk cId="0" sldId="256"/>
            <ac:spMk id="22" creationId="{00000000-0000-0000-0000-000000000000}"/>
          </ac:spMkLst>
        </pc:spChg>
        <pc:spChg chg="mod">
          <ac:chgData name="D Ford" userId="79ae5e10bd852782" providerId="LiveId" clId="{9B40F9EF-6F53-4383-929A-1075F9DBC346}" dt="2026-01-28T13:17:54.977" v="8" actId="164"/>
          <ac:spMkLst>
            <pc:docMk/>
            <pc:sldMk cId="0" sldId="256"/>
            <ac:spMk id="23" creationId="{00000000-0000-0000-0000-000000000000}"/>
          </ac:spMkLst>
        </pc:spChg>
        <pc:spChg chg="mod">
          <ac:chgData name="D Ford" userId="79ae5e10bd852782" providerId="LiveId" clId="{9B40F9EF-6F53-4383-929A-1075F9DBC346}" dt="2026-01-28T13:17:54.977" v="8" actId="164"/>
          <ac:spMkLst>
            <pc:docMk/>
            <pc:sldMk cId="0" sldId="256"/>
            <ac:spMk id="24" creationId="{00000000-0000-0000-0000-000000000000}"/>
          </ac:spMkLst>
        </pc:spChg>
        <pc:spChg chg="mod">
          <ac:chgData name="D Ford" userId="79ae5e10bd852782" providerId="LiveId" clId="{9B40F9EF-6F53-4383-929A-1075F9DBC346}" dt="2026-01-28T13:17:54.977" v="8" actId="164"/>
          <ac:spMkLst>
            <pc:docMk/>
            <pc:sldMk cId="0" sldId="256"/>
            <ac:spMk id="25" creationId="{00000000-0000-0000-0000-000000000000}"/>
          </ac:spMkLst>
        </pc:spChg>
        <pc:spChg chg="mod">
          <ac:chgData name="D Ford" userId="79ae5e10bd852782" providerId="LiveId" clId="{9B40F9EF-6F53-4383-929A-1075F9DBC346}" dt="2026-01-28T13:17:54.977" v="8" actId="164"/>
          <ac:spMkLst>
            <pc:docMk/>
            <pc:sldMk cId="0" sldId="256"/>
            <ac:spMk id="26" creationId="{00000000-0000-0000-0000-000000000000}"/>
          </ac:spMkLst>
        </pc:spChg>
        <pc:spChg chg="mod">
          <ac:chgData name="D Ford" userId="79ae5e10bd852782" providerId="LiveId" clId="{9B40F9EF-6F53-4383-929A-1075F9DBC346}" dt="2026-01-28T13:17:54.977" v="8" actId="164"/>
          <ac:spMkLst>
            <pc:docMk/>
            <pc:sldMk cId="0" sldId="256"/>
            <ac:spMk id="27" creationId="{00000000-0000-0000-0000-000000000000}"/>
          </ac:spMkLst>
        </pc:spChg>
        <pc:spChg chg="mod">
          <ac:chgData name="D Ford" userId="79ae5e10bd852782" providerId="LiveId" clId="{9B40F9EF-6F53-4383-929A-1075F9DBC346}" dt="2026-01-28T13:18:07.890" v="10" actId="164"/>
          <ac:spMkLst>
            <pc:docMk/>
            <pc:sldMk cId="0" sldId="256"/>
            <ac:spMk id="28" creationId="{00000000-0000-0000-0000-000000000000}"/>
          </ac:spMkLst>
        </pc:spChg>
        <pc:spChg chg="mod">
          <ac:chgData name="D Ford" userId="79ae5e10bd852782" providerId="LiveId" clId="{9B40F9EF-6F53-4383-929A-1075F9DBC346}" dt="2026-01-28T13:18:07.890" v="10" actId="164"/>
          <ac:spMkLst>
            <pc:docMk/>
            <pc:sldMk cId="0" sldId="256"/>
            <ac:spMk id="29" creationId="{00000000-0000-0000-0000-000000000000}"/>
          </ac:spMkLst>
        </pc:spChg>
        <pc:spChg chg="mod">
          <ac:chgData name="D Ford" userId="79ae5e10bd852782" providerId="LiveId" clId="{9B40F9EF-6F53-4383-929A-1075F9DBC346}" dt="2026-01-28T13:18:07.890" v="10" actId="164"/>
          <ac:spMkLst>
            <pc:docMk/>
            <pc:sldMk cId="0" sldId="256"/>
            <ac:spMk id="30" creationId="{00000000-0000-0000-0000-000000000000}"/>
          </ac:spMkLst>
        </pc:spChg>
        <pc:spChg chg="mod">
          <ac:chgData name="D Ford" userId="79ae5e10bd852782" providerId="LiveId" clId="{9B40F9EF-6F53-4383-929A-1075F9DBC346}" dt="2026-01-28T13:18:07.890" v="10" actId="164"/>
          <ac:spMkLst>
            <pc:docMk/>
            <pc:sldMk cId="0" sldId="256"/>
            <ac:spMk id="31" creationId="{00000000-0000-0000-0000-000000000000}"/>
          </ac:spMkLst>
        </pc:spChg>
        <pc:spChg chg="mod">
          <ac:chgData name="D Ford" userId="79ae5e10bd852782" providerId="LiveId" clId="{9B40F9EF-6F53-4383-929A-1075F9DBC346}" dt="2026-01-28T13:18:07.890" v="10" actId="164"/>
          <ac:spMkLst>
            <pc:docMk/>
            <pc:sldMk cId="0" sldId="256"/>
            <ac:spMk id="32" creationId="{00000000-0000-0000-0000-000000000000}"/>
          </ac:spMkLst>
        </pc:spChg>
        <pc:spChg chg="mod">
          <ac:chgData name="D Ford" userId="79ae5e10bd852782" providerId="LiveId" clId="{9B40F9EF-6F53-4383-929A-1075F9DBC346}" dt="2026-01-28T13:18:07.890" v="10" actId="164"/>
          <ac:spMkLst>
            <pc:docMk/>
            <pc:sldMk cId="0" sldId="256"/>
            <ac:spMk id="33" creationId="{00000000-0000-0000-0000-000000000000}"/>
          </ac:spMkLst>
        </pc:spChg>
        <pc:spChg chg="mod">
          <ac:chgData name="D Ford" userId="79ae5e10bd852782" providerId="LiveId" clId="{9B40F9EF-6F53-4383-929A-1075F9DBC346}" dt="2026-01-28T13:18:20.263" v="12" actId="164"/>
          <ac:spMkLst>
            <pc:docMk/>
            <pc:sldMk cId="0" sldId="256"/>
            <ac:spMk id="34" creationId="{00000000-0000-0000-0000-000000000000}"/>
          </ac:spMkLst>
        </pc:spChg>
        <pc:spChg chg="mod">
          <ac:chgData name="D Ford" userId="79ae5e10bd852782" providerId="LiveId" clId="{9B40F9EF-6F53-4383-929A-1075F9DBC346}" dt="2026-01-28T13:18:20.263" v="12" actId="164"/>
          <ac:spMkLst>
            <pc:docMk/>
            <pc:sldMk cId="0" sldId="256"/>
            <ac:spMk id="35" creationId="{00000000-0000-0000-0000-000000000000}"/>
          </ac:spMkLst>
        </pc:spChg>
        <pc:spChg chg="mod">
          <ac:chgData name="D Ford" userId="79ae5e10bd852782" providerId="LiveId" clId="{9B40F9EF-6F53-4383-929A-1075F9DBC346}" dt="2026-01-28T13:18:20.263" v="12" actId="164"/>
          <ac:spMkLst>
            <pc:docMk/>
            <pc:sldMk cId="0" sldId="256"/>
            <ac:spMk id="36" creationId="{00000000-0000-0000-0000-000000000000}"/>
          </ac:spMkLst>
        </pc:spChg>
        <pc:spChg chg="mod">
          <ac:chgData name="D Ford" userId="79ae5e10bd852782" providerId="LiveId" clId="{9B40F9EF-6F53-4383-929A-1075F9DBC346}" dt="2026-01-28T13:18:20.263" v="12" actId="164"/>
          <ac:spMkLst>
            <pc:docMk/>
            <pc:sldMk cId="0" sldId="256"/>
            <ac:spMk id="37" creationId="{00000000-0000-0000-0000-000000000000}"/>
          </ac:spMkLst>
        </pc:spChg>
        <pc:spChg chg="mod">
          <ac:chgData name="D Ford" userId="79ae5e10bd852782" providerId="LiveId" clId="{9B40F9EF-6F53-4383-929A-1075F9DBC346}" dt="2026-01-28T13:18:20.263" v="12" actId="164"/>
          <ac:spMkLst>
            <pc:docMk/>
            <pc:sldMk cId="0" sldId="256"/>
            <ac:spMk id="38" creationId="{00000000-0000-0000-0000-000000000000}"/>
          </ac:spMkLst>
        </pc:spChg>
        <pc:spChg chg="mod">
          <ac:chgData name="D Ford" userId="79ae5e10bd852782" providerId="LiveId" clId="{9B40F9EF-6F53-4383-929A-1075F9DBC346}" dt="2026-01-28T13:18:20.263" v="12" actId="164"/>
          <ac:spMkLst>
            <pc:docMk/>
            <pc:sldMk cId="0" sldId="256"/>
            <ac:spMk id="39" creationId="{00000000-0000-0000-0000-000000000000}"/>
          </ac:spMkLst>
        </pc:spChg>
        <pc:spChg chg="mod">
          <ac:chgData name="D Ford" userId="79ae5e10bd852782" providerId="LiveId" clId="{9B40F9EF-6F53-4383-929A-1075F9DBC346}" dt="2026-01-28T13:13:44.885" v="0" actId="107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D Ford" userId="79ae5e10bd852782" providerId="LiveId" clId="{9B40F9EF-6F53-4383-929A-1075F9DBC346}" dt="2026-01-28T13:21:40.055" v="45" actId="12789"/>
          <ac:spMkLst>
            <pc:docMk/>
            <pc:sldMk cId="0" sldId="256"/>
            <ac:spMk id="41" creationId="{00000000-0000-0000-0000-000000000000}"/>
          </ac:spMkLst>
        </pc:spChg>
        <pc:spChg chg="mod">
          <ac:chgData name="D Ford" userId="79ae5e10bd852782" providerId="LiveId" clId="{9B40F9EF-6F53-4383-929A-1075F9DBC346}" dt="2026-01-28T13:22:36.518" v="81" actId="313"/>
          <ac:spMkLst>
            <pc:docMk/>
            <pc:sldMk cId="0" sldId="256"/>
            <ac:spMk id="42" creationId="{00000000-0000-0000-0000-000000000000}"/>
          </ac:spMkLst>
        </pc:spChg>
        <pc:spChg chg="mod">
          <ac:chgData name="D Ford" userId="79ae5e10bd852782" providerId="LiveId" clId="{9B40F9EF-6F53-4383-929A-1075F9DBC346}" dt="2026-01-28T13:21:48.889" v="46" actId="12789"/>
          <ac:spMkLst>
            <pc:docMk/>
            <pc:sldMk cId="0" sldId="256"/>
            <ac:spMk id="43" creationId="{00000000-0000-0000-0000-000000000000}"/>
          </ac:spMkLst>
        </pc:spChg>
        <pc:spChg chg="mod">
          <ac:chgData name="D Ford" userId="79ae5e10bd852782" providerId="LiveId" clId="{9B40F9EF-6F53-4383-929A-1075F9DBC346}" dt="2026-01-28T13:21:48.889" v="46" actId="12789"/>
          <ac:spMkLst>
            <pc:docMk/>
            <pc:sldMk cId="0" sldId="256"/>
            <ac:spMk id="44" creationId="{00000000-0000-0000-0000-000000000000}"/>
          </ac:spMkLst>
        </pc:spChg>
        <pc:spChg chg="mod">
          <ac:chgData name="D Ford" userId="79ae5e10bd852782" providerId="LiveId" clId="{9B40F9EF-6F53-4383-929A-1075F9DBC346}" dt="2026-01-28T13:21:48.889" v="46" actId="12789"/>
          <ac:spMkLst>
            <pc:docMk/>
            <pc:sldMk cId="0" sldId="256"/>
            <ac:spMk id="45" creationId="{00000000-0000-0000-0000-000000000000}"/>
          </ac:spMkLst>
        </pc:spChg>
        <pc:spChg chg="mod">
          <ac:chgData name="D Ford" userId="79ae5e10bd852782" providerId="LiveId" clId="{9B40F9EF-6F53-4383-929A-1075F9DBC346}" dt="2026-01-28T13:20:46.424" v="36" actId="164"/>
          <ac:spMkLst>
            <pc:docMk/>
            <pc:sldMk cId="0" sldId="256"/>
            <ac:spMk id="46" creationId="{00000000-0000-0000-0000-000000000000}"/>
          </ac:spMkLst>
        </pc:spChg>
        <pc:spChg chg="mod">
          <ac:chgData name="D Ford" userId="79ae5e10bd852782" providerId="LiveId" clId="{9B40F9EF-6F53-4383-929A-1075F9DBC346}" dt="2026-01-28T13:20:46.424" v="36" actId="164"/>
          <ac:spMkLst>
            <pc:docMk/>
            <pc:sldMk cId="0" sldId="256"/>
            <ac:spMk id="47" creationId="{00000000-0000-0000-0000-000000000000}"/>
          </ac:spMkLst>
        </pc:spChg>
        <pc:spChg chg="mod">
          <ac:chgData name="D Ford" userId="79ae5e10bd852782" providerId="LiveId" clId="{9B40F9EF-6F53-4383-929A-1075F9DBC346}" dt="2026-01-28T13:20:46.424" v="36" actId="164"/>
          <ac:spMkLst>
            <pc:docMk/>
            <pc:sldMk cId="0" sldId="256"/>
            <ac:spMk id="48" creationId="{00000000-0000-0000-0000-000000000000}"/>
          </ac:spMkLst>
        </pc:spChg>
        <pc:spChg chg="mod">
          <ac:chgData name="D Ford" userId="79ae5e10bd852782" providerId="LiveId" clId="{9B40F9EF-6F53-4383-929A-1075F9DBC346}" dt="2026-01-28T13:20:46.424" v="36" actId="164"/>
          <ac:spMkLst>
            <pc:docMk/>
            <pc:sldMk cId="0" sldId="256"/>
            <ac:spMk id="49" creationId="{00000000-0000-0000-0000-000000000000}"/>
          </ac:spMkLst>
        </pc:spChg>
        <pc:spChg chg="mod">
          <ac:chgData name="D Ford" userId="79ae5e10bd852782" providerId="LiveId" clId="{9B40F9EF-6F53-4383-929A-1075F9DBC346}" dt="2026-01-28T13:20:40.282" v="35" actId="164"/>
          <ac:spMkLst>
            <pc:docMk/>
            <pc:sldMk cId="0" sldId="256"/>
            <ac:spMk id="50" creationId="{00000000-0000-0000-0000-000000000000}"/>
          </ac:spMkLst>
        </pc:spChg>
        <pc:spChg chg="mod">
          <ac:chgData name="D Ford" userId="79ae5e10bd852782" providerId="LiveId" clId="{9B40F9EF-6F53-4383-929A-1075F9DBC346}" dt="2026-01-28T13:20:40.282" v="35" actId="164"/>
          <ac:spMkLst>
            <pc:docMk/>
            <pc:sldMk cId="0" sldId="256"/>
            <ac:spMk id="51" creationId="{00000000-0000-0000-0000-000000000000}"/>
          </ac:spMkLst>
        </pc:spChg>
        <pc:spChg chg="mod">
          <ac:chgData name="D Ford" userId="79ae5e10bd852782" providerId="LiveId" clId="{9B40F9EF-6F53-4383-929A-1075F9DBC346}" dt="2026-01-28T13:20:40.282" v="35" actId="164"/>
          <ac:spMkLst>
            <pc:docMk/>
            <pc:sldMk cId="0" sldId="256"/>
            <ac:spMk id="52" creationId="{00000000-0000-0000-0000-000000000000}"/>
          </ac:spMkLst>
        </pc:spChg>
        <pc:spChg chg="mod">
          <ac:chgData name="D Ford" userId="79ae5e10bd852782" providerId="LiveId" clId="{9B40F9EF-6F53-4383-929A-1075F9DBC346}" dt="2026-01-28T13:20:40.282" v="35" actId="164"/>
          <ac:spMkLst>
            <pc:docMk/>
            <pc:sldMk cId="0" sldId="256"/>
            <ac:spMk id="53" creationId="{00000000-0000-0000-0000-000000000000}"/>
          </ac:spMkLst>
        </pc:spChg>
        <pc:spChg chg="mod">
          <ac:chgData name="D Ford" userId="79ae5e10bd852782" providerId="LiveId" clId="{9B40F9EF-6F53-4383-929A-1075F9DBC346}" dt="2026-01-28T13:20:34.281" v="34" actId="164"/>
          <ac:spMkLst>
            <pc:docMk/>
            <pc:sldMk cId="0" sldId="256"/>
            <ac:spMk id="54" creationId="{00000000-0000-0000-0000-000000000000}"/>
          </ac:spMkLst>
        </pc:spChg>
        <pc:spChg chg="mod">
          <ac:chgData name="D Ford" userId="79ae5e10bd852782" providerId="LiveId" clId="{9B40F9EF-6F53-4383-929A-1075F9DBC346}" dt="2026-01-28T13:20:34.281" v="34" actId="164"/>
          <ac:spMkLst>
            <pc:docMk/>
            <pc:sldMk cId="0" sldId="256"/>
            <ac:spMk id="55" creationId="{00000000-0000-0000-0000-000000000000}"/>
          </ac:spMkLst>
        </pc:spChg>
        <pc:spChg chg="mod">
          <ac:chgData name="D Ford" userId="79ae5e10bd852782" providerId="LiveId" clId="{9B40F9EF-6F53-4383-929A-1075F9DBC346}" dt="2026-01-28T13:20:34.281" v="34" actId="164"/>
          <ac:spMkLst>
            <pc:docMk/>
            <pc:sldMk cId="0" sldId="256"/>
            <ac:spMk id="56" creationId="{00000000-0000-0000-0000-000000000000}"/>
          </ac:spMkLst>
        </pc:spChg>
        <pc:spChg chg="mod">
          <ac:chgData name="D Ford" userId="79ae5e10bd852782" providerId="LiveId" clId="{9B40F9EF-6F53-4383-929A-1075F9DBC346}" dt="2026-01-28T13:20:34.281" v="34" actId="164"/>
          <ac:spMkLst>
            <pc:docMk/>
            <pc:sldMk cId="0" sldId="256"/>
            <ac:spMk id="57" creationId="{00000000-0000-0000-0000-000000000000}"/>
          </ac:spMkLst>
        </pc:spChg>
        <pc:spChg chg="mod">
          <ac:chgData name="D Ford" userId="79ae5e10bd852782" providerId="LiveId" clId="{9B40F9EF-6F53-4383-929A-1075F9DBC346}" dt="2026-01-28T13:20:26.902" v="33" actId="164"/>
          <ac:spMkLst>
            <pc:docMk/>
            <pc:sldMk cId="0" sldId="256"/>
            <ac:spMk id="58" creationId="{00000000-0000-0000-0000-000000000000}"/>
          </ac:spMkLst>
        </pc:spChg>
        <pc:spChg chg="mod">
          <ac:chgData name="D Ford" userId="79ae5e10bd852782" providerId="LiveId" clId="{9B40F9EF-6F53-4383-929A-1075F9DBC346}" dt="2026-01-28T13:20:26.902" v="33" actId="164"/>
          <ac:spMkLst>
            <pc:docMk/>
            <pc:sldMk cId="0" sldId="256"/>
            <ac:spMk id="59" creationId="{00000000-0000-0000-0000-000000000000}"/>
          </ac:spMkLst>
        </pc:spChg>
        <pc:spChg chg="mod">
          <ac:chgData name="D Ford" userId="79ae5e10bd852782" providerId="LiveId" clId="{9B40F9EF-6F53-4383-929A-1075F9DBC346}" dt="2026-01-28T13:20:26.902" v="33" actId="164"/>
          <ac:spMkLst>
            <pc:docMk/>
            <pc:sldMk cId="0" sldId="256"/>
            <ac:spMk id="60" creationId="{00000000-0000-0000-0000-000000000000}"/>
          </ac:spMkLst>
        </pc:spChg>
        <pc:spChg chg="mod">
          <ac:chgData name="D Ford" userId="79ae5e10bd852782" providerId="LiveId" clId="{9B40F9EF-6F53-4383-929A-1075F9DBC346}" dt="2026-01-28T13:20:26.902" v="33" actId="164"/>
          <ac:spMkLst>
            <pc:docMk/>
            <pc:sldMk cId="0" sldId="256"/>
            <ac:spMk id="61" creationId="{00000000-0000-0000-0000-000000000000}"/>
          </ac:spMkLst>
        </pc:spChg>
        <pc:spChg chg="add mod">
          <ac:chgData name="D Ford" userId="79ae5e10bd852782" providerId="LiveId" clId="{9B40F9EF-6F53-4383-929A-1075F9DBC346}" dt="2026-01-28T13:18:53.632" v="15"/>
          <ac:spMkLst>
            <pc:docMk/>
            <pc:sldMk cId="0" sldId="256"/>
            <ac:spMk id="69" creationId="{1EAD9366-3BF7-E60A-F089-DE2DDE8F29DE}"/>
          </ac:spMkLst>
        </pc:spChg>
        <pc:spChg chg="mod">
          <ac:chgData name="D Ford" userId="79ae5e10bd852782" providerId="LiveId" clId="{9B40F9EF-6F53-4383-929A-1075F9DBC346}" dt="2026-01-28T13:18:57.204" v="16"/>
          <ac:spMkLst>
            <pc:docMk/>
            <pc:sldMk cId="0" sldId="256"/>
            <ac:spMk id="71" creationId="{C7740DD6-5CD8-5220-0D47-927F5C1BE149}"/>
          </ac:spMkLst>
        </pc:spChg>
        <pc:spChg chg="mod">
          <ac:chgData name="D Ford" userId="79ae5e10bd852782" providerId="LiveId" clId="{9B40F9EF-6F53-4383-929A-1075F9DBC346}" dt="2026-01-28T13:19:03.881" v="20" actId="20577"/>
          <ac:spMkLst>
            <pc:docMk/>
            <pc:sldMk cId="0" sldId="256"/>
            <ac:spMk id="72" creationId="{DEB237E0-4CCA-7CA4-FB40-B9BB90309963}"/>
          </ac:spMkLst>
        </pc:spChg>
        <pc:spChg chg="mod">
          <ac:chgData name="D Ford" userId="79ae5e10bd852782" providerId="LiveId" clId="{9B40F9EF-6F53-4383-929A-1075F9DBC346}" dt="2026-01-28T13:18:57.204" v="16"/>
          <ac:spMkLst>
            <pc:docMk/>
            <pc:sldMk cId="0" sldId="256"/>
            <ac:spMk id="73" creationId="{1D598E2E-4287-707C-DAFD-B3E6400CFA03}"/>
          </ac:spMkLst>
        </pc:spChg>
        <pc:spChg chg="mod">
          <ac:chgData name="D Ford" userId="79ae5e10bd852782" providerId="LiveId" clId="{9B40F9EF-6F53-4383-929A-1075F9DBC346}" dt="2026-01-28T13:18:57.204" v="16"/>
          <ac:spMkLst>
            <pc:docMk/>
            <pc:sldMk cId="0" sldId="256"/>
            <ac:spMk id="74" creationId="{3AF3BA0C-E34D-AE4F-AB48-166E0A178ABB}"/>
          </ac:spMkLst>
        </pc:spChg>
        <pc:spChg chg="mod">
          <ac:chgData name="D Ford" userId="79ae5e10bd852782" providerId="LiveId" clId="{9B40F9EF-6F53-4383-929A-1075F9DBC346}" dt="2026-01-28T13:18:57.204" v="16"/>
          <ac:spMkLst>
            <pc:docMk/>
            <pc:sldMk cId="0" sldId="256"/>
            <ac:spMk id="75" creationId="{DF33267B-149A-B63F-AF29-A5CB222B7F96}"/>
          </ac:spMkLst>
        </pc:spChg>
        <pc:spChg chg="mod">
          <ac:chgData name="D Ford" userId="79ae5e10bd852782" providerId="LiveId" clId="{9B40F9EF-6F53-4383-929A-1075F9DBC346}" dt="2026-01-28T13:18:57.204" v="16"/>
          <ac:spMkLst>
            <pc:docMk/>
            <pc:sldMk cId="0" sldId="256"/>
            <ac:spMk id="76" creationId="{0DD3FE06-8580-90C7-9A38-DC03BA69F047}"/>
          </ac:spMkLst>
        </pc:spChg>
        <pc:spChg chg="add mod">
          <ac:chgData name="D Ford" userId="79ae5e10bd852782" providerId="LiveId" clId="{9B40F9EF-6F53-4383-929A-1075F9DBC346}" dt="2026-01-28T13:21:48.889" v="46" actId="12789"/>
          <ac:spMkLst>
            <pc:docMk/>
            <pc:sldMk cId="0" sldId="256"/>
            <ac:spMk id="84" creationId="{0864CE29-3C4F-065F-ABF7-57D06E55239C}"/>
          </ac:spMkLst>
        </pc:spChg>
        <pc:grpChg chg="add mod">
          <ac:chgData name="D Ford" userId="79ae5e10bd852782" providerId="LiveId" clId="{9B40F9EF-6F53-4383-929A-1075F9DBC346}" dt="2026-01-28T13:19:12.264" v="21" actId="164"/>
          <ac:grpSpMkLst>
            <pc:docMk/>
            <pc:sldMk cId="0" sldId="256"/>
            <ac:grpSpMk id="63" creationId="{47346D59-29C4-58B8-5CCA-8C96BA6CA1DA}"/>
          </ac:grpSpMkLst>
        </pc:grpChg>
        <pc:grpChg chg="add mod">
          <ac:chgData name="D Ford" userId="79ae5e10bd852782" providerId="LiveId" clId="{9B40F9EF-6F53-4383-929A-1075F9DBC346}" dt="2026-01-28T13:19:12.264" v="21" actId="164"/>
          <ac:grpSpMkLst>
            <pc:docMk/>
            <pc:sldMk cId="0" sldId="256"/>
            <ac:grpSpMk id="64" creationId="{8C58DB2A-D142-F83D-0D8C-2908F18A8DAE}"/>
          </ac:grpSpMkLst>
        </pc:grpChg>
        <pc:grpChg chg="add mod">
          <ac:chgData name="D Ford" userId="79ae5e10bd852782" providerId="LiveId" clId="{9B40F9EF-6F53-4383-929A-1075F9DBC346}" dt="2026-01-28T13:19:21.196" v="24" actId="164"/>
          <ac:grpSpMkLst>
            <pc:docMk/>
            <pc:sldMk cId="0" sldId="256"/>
            <ac:grpSpMk id="65" creationId="{CCC0D1F0-1767-CB96-867C-B149363AA7EF}"/>
          </ac:grpSpMkLst>
        </pc:grpChg>
        <pc:grpChg chg="add mod">
          <ac:chgData name="D Ford" userId="79ae5e10bd852782" providerId="LiveId" clId="{9B40F9EF-6F53-4383-929A-1075F9DBC346}" dt="2026-01-28T13:19:21.196" v="24" actId="164"/>
          <ac:grpSpMkLst>
            <pc:docMk/>
            <pc:sldMk cId="0" sldId="256"/>
            <ac:grpSpMk id="66" creationId="{9CFAC5AD-9613-B7E9-88B0-AA03E8296F75}"/>
          </ac:grpSpMkLst>
        </pc:grpChg>
        <pc:grpChg chg="add mod">
          <ac:chgData name="D Ford" userId="79ae5e10bd852782" providerId="LiveId" clId="{9B40F9EF-6F53-4383-929A-1075F9DBC346}" dt="2026-01-28T13:19:25.756" v="25" actId="164"/>
          <ac:grpSpMkLst>
            <pc:docMk/>
            <pc:sldMk cId="0" sldId="256"/>
            <ac:grpSpMk id="67" creationId="{842D9D6D-7F2A-E3D0-01B4-128BE5EB527F}"/>
          </ac:grpSpMkLst>
        </pc:grpChg>
        <pc:grpChg chg="add mod">
          <ac:chgData name="D Ford" userId="79ae5e10bd852782" providerId="LiveId" clId="{9B40F9EF-6F53-4383-929A-1075F9DBC346}" dt="2026-01-28T13:19:25.756" v="25" actId="164"/>
          <ac:grpSpMkLst>
            <pc:docMk/>
            <pc:sldMk cId="0" sldId="256"/>
            <ac:grpSpMk id="68" creationId="{4576BAEE-BD97-EAD0-3DFE-6981027E170C}"/>
          </ac:grpSpMkLst>
        </pc:grpChg>
        <pc:grpChg chg="add mod">
          <ac:chgData name="D Ford" userId="79ae5e10bd852782" providerId="LiveId" clId="{9B40F9EF-6F53-4383-929A-1075F9DBC346}" dt="2026-01-28T13:19:52.147" v="29" actId="1076"/>
          <ac:grpSpMkLst>
            <pc:docMk/>
            <pc:sldMk cId="0" sldId="256"/>
            <ac:grpSpMk id="70" creationId="{9A593A03-1D36-7CC5-B4B1-5ADAEA77731C}"/>
          </ac:grpSpMkLst>
        </pc:grpChg>
        <pc:grpChg chg="add mod">
          <ac:chgData name="D Ford" userId="79ae5e10bd852782" providerId="LiveId" clId="{9B40F9EF-6F53-4383-929A-1075F9DBC346}" dt="2026-01-28T13:19:12.264" v="21" actId="164"/>
          <ac:grpSpMkLst>
            <pc:docMk/>
            <pc:sldMk cId="0" sldId="256"/>
            <ac:grpSpMk id="77" creationId="{741183E5-4F58-2DC3-E03D-EE2F335B7734}"/>
          </ac:grpSpMkLst>
        </pc:grpChg>
        <pc:grpChg chg="add mod">
          <ac:chgData name="D Ford" userId="79ae5e10bd852782" providerId="LiveId" clId="{9B40F9EF-6F53-4383-929A-1075F9DBC346}" dt="2026-01-28T13:20:09.170" v="30" actId="408"/>
          <ac:grpSpMkLst>
            <pc:docMk/>
            <pc:sldMk cId="0" sldId="256"/>
            <ac:grpSpMk id="78" creationId="{4C36D032-D7BA-D5C5-DAFE-D2B83F44FB25}"/>
          </ac:grpSpMkLst>
        </pc:grpChg>
        <pc:grpChg chg="add mod">
          <ac:chgData name="D Ford" userId="79ae5e10bd852782" providerId="LiveId" clId="{9B40F9EF-6F53-4383-929A-1075F9DBC346}" dt="2026-01-28T13:20:09.170" v="30" actId="408"/>
          <ac:grpSpMkLst>
            <pc:docMk/>
            <pc:sldMk cId="0" sldId="256"/>
            <ac:grpSpMk id="79" creationId="{F0662718-837C-981F-6E12-153EC8D3EB98}"/>
          </ac:grpSpMkLst>
        </pc:grpChg>
        <pc:grpChg chg="add mod">
          <ac:chgData name="D Ford" userId="79ae5e10bd852782" providerId="LiveId" clId="{9B40F9EF-6F53-4383-929A-1075F9DBC346}" dt="2026-01-28T13:20:54.060" v="37" actId="1076"/>
          <ac:grpSpMkLst>
            <pc:docMk/>
            <pc:sldMk cId="0" sldId="256"/>
            <ac:grpSpMk id="80" creationId="{05AC94F8-0E40-B648-A8E2-CA3D67B5B00F}"/>
          </ac:grpSpMkLst>
        </pc:grpChg>
        <pc:grpChg chg="add mod">
          <ac:chgData name="D Ford" userId="79ae5e10bd852782" providerId="LiveId" clId="{9B40F9EF-6F53-4383-929A-1075F9DBC346}" dt="2026-01-28T13:21:01.207" v="38" actId="408"/>
          <ac:grpSpMkLst>
            <pc:docMk/>
            <pc:sldMk cId="0" sldId="256"/>
            <ac:grpSpMk id="81" creationId="{08A415FA-1FD4-9273-50CD-EF1123FA827B}"/>
          </ac:grpSpMkLst>
        </pc:grpChg>
        <pc:grpChg chg="add mod">
          <ac:chgData name="D Ford" userId="79ae5e10bd852782" providerId="LiveId" clId="{9B40F9EF-6F53-4383-929A-1075F9DBC346}" dt="2026-01-28T13:21:01.207" v="38" actId="408"/>
          <ac:grpSpMkLst>
            <pc:docMk/>
            <pc:sldMk cId="0" sldId="256"/>
            <ac:grpSpMk id="82" creationId="{DE5E01A5-3BE8-4EFA-06D4-B49991E6870F}"/>
          </ac:grpSpMkLst>
        </pc:grpChg>
        <pc:grpChg chg="add mod">
          <ac:chgData name="D Ford" userId="79ae5e10bd852782" providerId="LiveId" clId="{9B40F9EF-6F53-4383-929A-1075F9DBC346}" dt="2026-01-28T13:20:46.424" v="36" actId="164"/>
          <ac:grpSpMkLst>
            <pc:docMk/>
            <pc:sldMk cId="0" sldId="256"/>
            <ac:grpSpMk id="83" creationId="{5C0D5845-AC37-20D1-90FC-51E245744F32}"/>
          </ac:grpSpMkLst>
        </pc:grpChg>
      </pc:sldChg>
      <pc:sldChg chg="addSp delSp modSp add mod setBg">
        <pc:chgData name="D Ford" userId="79ae5e10bd852782" providerId="LiveId" clId="{9B40F9EF-6F53-4383-929A-1075F9DBC346}" dt="2026-01-28T14:27:56.151" v="559" actId="12788"/>
        <pc:sldMkLst>
          <pc:docMk/>
          <pc:sldMk cId="0" sldId="257"/>
        </pc:sldMkLst>
        <pc:spChg chg="mod">
          <ac:chgData name="D Ford" userId="79ae5e10bd852782" providerId="LiveId" clId="{9B40F9EF-6F53-4383-929A-1075F9DBC346}" dt="2026-01-28T13:28:39.411" v="94" actId="20577"/>
          <ac:spMkLst>
            <pc:docMk/>
            <pc:sldMk cId="0" sldId="257"/>
            <ac:spMk id="3" creationId="{00000000-0000-0000-0000-000000000000}"/>
          </ac:spMkLst>
        </pc:spChg>
        <pc:spChg chg="mod ord">
          <ac:chgData name="D Ford" userId="79ae5e10bd852782" providerId="LiveId" clId="{9B40F9EF-6F53-4383-929A-1075F9DBC346}" dt="2026-01-28T14:21:28.370" v="525" actId="167"/>
          <ac:spMkLst>
            <pc:docMk/>
            <pc:sldMk cId="0" sldId="257"/>
            <ac:spMk id="4" creationId="{00000000-0000-0000-0000-000000000000}"/>
          </ac:spMkLst>
        </pc:spChg>
        <pc:spChg chg="mod">
          <ac:chgData name="D Ford" userId="79ae5e10bd852782" providerId="LiveId" clId="{9B40F9EF-6F53-4383-929A-1075F9DBC346}" dt="2026-01-28T14:17:04.756" v="347" actId="404"/>
          <ac:spMkLst>
            <pc:docMk/>
            <pc:sldMk cId="0" sldId="257"/>
            <ac:spMk id="5" creationId="{00000000-0000-0000-0000-000000000000}"/>
          </ac:spMkLst>
        </pc:spChg>
        <pc:spChg chg="mod">
          <ac:chgData name="D Ford" userId="79ae5e10bd852782" providerId="LiveId" clId="{9B40F9EF-6F53-4383-929A-1075F9DBC346}" dt="2026-01-28T14:27:07.114" v="552" actId="164"/>
          <ac:spMkLst>
            <pc:docMk/>
            <pc:sldMk cId="0" sldId="257"/>
            <ac:spMk id="6" creationId="{00000000-0000-0000-0000-000000000000}"/>
          </ac:spMkLst>
        </pc:spChg>
        <pc:spChg chg="mod">
          <ac:chgData name="D Ford" userId="79ae5e10bd852782" providerId="LiveId" clId="{9B40F9EF-6F53-4383-929A-1075F9DBC346}" dt="2026-01-28T14:18:20.671" v="428" actId="208"/>
          <ac:spMkLst>
            <pc:docMk/>
            <pc:sldMk cId="0" sldId="257"/>
            <ac:spMk id="7" creationId="{00000000-0000-0000-0000-000000000000}"/>
          </ac:spMkLst>
        </pc:spChg>
        <pc:spChg chg="mod ord">
          <ac:chgData name="D Ford" userId="79ae5e10bd852782" providerId="LiveId" clId="{9B40F9EF-6F53-4383-929A-1075F9DBC346}" dt="2026-01-28T14:21:28.370" v="525" actId="167"/>
          <ac:spMkLst>
            <pc:docMk/>
            <pc:sldMk cId="0" sldId="257"/>
            <ac:spMk id="8" creationId="{00000000-0000-0000-0000-000000000000}"/>
          </ac:spMkLst>
        </pc:spChg>
        <pc:spChg chg="mod">
          <ac:chgData name="D Ford" userId="79ae5e10bd852782" providerId="LiveId" clId="{9B40F9EF-6F53-4383-929A-1075F9DBC346}" dt="2026-01-28T14:27:07.114" v="552" actId="164"/>
          <ac:spMkLst>
            <pc:docMk/>
            <pc:sldMk cId="0" sldId="257"/>
            <ac:spMk id="9" creationId="{00000000-0000-0000-0000-000000000000}"/>
          </ac:spMkLst>
        </pc:spChg>
        <pc:spChg chg="mod">
          <ac:chgData name="D Ford" userId="79ae5e10bd852782" providerId="LiveId" clId="{9B40F9EF-6F53-4383-929A-1075F9DBC346}" dt="2026-01-28T14:18:20.671" v="428" actId="208"/>
          <ac:spMkLst>
            <pc:docMk/>
            <pc:sldMk cId="0" sldId="257"/>
            <ac:spMk id="11" creationId="{00000000-0000-0000-0000-000000000000}"/>
          </ac:spMkLst>
        </pc:spChg>
        <pc:spChg chg="mod ord">
          <ac:chgData name="D Ford" userId="79ae5e10bd852782" providerId="LiveId" clId="{9B40F9EF-6F53-4383-929A-1075F9DBC346}" dt="2026-01-28T14:21:28.370" v="525" actId="16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 Ford" userId="79ae5e10bd852782" providerId="LiveId" clId="{9B40F9EF-6F53-4383-929A-1075F9DBC346}" dt="2026-01-28T14:17:04.756" v="347" actId="404"/>
          <ac:spMkLst>
            <pc:docMk/>
            <pc:sldMk cId="0" sldId="257"/>
            <ac:spMk id="13" creationId="{00000000-0000-0000-0000-000000000000}"/>
          </ac:spMkLst>
        </pc:spChg>
        <pc:spChg chg="mod">
          <ac:chgData name="D Ford" userId="79ae5e10bd852782" providerId="LiveId" clId="{9B40F9EF-6F53-4383-929A-1075F9DBC346}" dt="2026-01-28T14:27:07.114" v="552" actId="164"/>
          <ac:spMkLst>
            <pc:docMk/>
            <pc:sldMk cId="0" sldId="257"/>
            <ac:spMk id="15" creationId="{00000000-0000-0000-0000-000000000000}"/>
          </ac:spMkLst>
        </pc:spChg>
        <pc:spChg chg="mod ord">
          <ac:chgData name="D Ford" userId="79ae5e10bd852782" providerId="LiveId" clId="{9B40F9EF-6F53-4383-929A-1075F9DBC346}" dt="2026-01-28T14:21:28.370" v="525" actId="16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 Ford" userId="79ae5e10bd852782" providerId="LiveId" clId="{9B40F9EF-6F53-4383-929A-1075F9DBC346}" dt="2026-01-28T14:17:04.756" v="347" actId="404"/>
          <ac:spMkLst>
            <pc:docMk/>
            <pc:sldMk cId="0" sldId="257"/>
            <ac:spMk id="17" creationId="{00000000-0000-0000-0000-000000000000}"/>
          </ac:spMkLst>
        </pc:spChg>
        <pc:spChg chg="mod">
          <ac:chgData name="D Ford" userId="79ae5e10bd852782" providerId="LiveId" clId="{9B40F9EF-6F53-4383-929A-1075F9DBC346}" dt="2026-01-28T13:29:47.081" v="166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D Ford" userId="79ae5e10bd852782" providerId="LiveId" clId="{9B40F9EF-6F53-4383-929A-1075F9DBC346}" dt="2026-01-28T14:27:07.114" v="552" actId="164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 Ford" userId="79ae5e10bd852782" providerId="LiveId" clId="{9B40F9EF-6F53-4383-929A-1075F9DBC346}" dt="2026-01-28T14:25:01.114" v="531" actId="692"/>
          <ac:spMkLst>
            <pc:docMk/>
            <pc:sldMk cId="0" sldId="257"/>
            <ac:spMk id="20" creationId="{00000000-0000-0000-0000-000000000000}"/>
          </ac:spMkLst>
        </pc:spChg>
        <pc:spChg chg="mod">
          <ac:chgData name="D Ford" userId="79ae5e10bd852782" providerId="LiveId" clId="{9B40F9EF-6F53-4383-929A-1075F9DBC346}" dt="2026-01-28T14:23:52.125" v="528" actId="20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 Ford" userId="79ae5e10bd852782" providerId="LiveId" clId="{9B40F9EF-6F53-4383-929A-1075F9DBC346}" dt="2026-01-28T14:27:07.114" v="552" actId="164"/>
          <ac:spMkLst>
            <pc:docMk/>
            <pc:sldMk cId="0" sldId="257"/>
            <ac:spMk id="23" creationId="{00000000-0000-0000-0000-000000000000}"/>
          </ac:spMkLst>
        </pc:spChg>
        <pc:spChg chg="mod">
          <ac:chgData name="D Ford" userId="79ae5e10bd852782" providerId="LiveId" clId="{9B40F9EF-6F53-4383-929A-1075F9DBC346}" dt="2026-01-28T14:27:07.114" v="552" actId="164"/>
          <ac:spMkLst>
            <pc:docMk/>
            <pc:sldMk cId="0" sldId="257"/>
            <ac:spMk id="24" creationId="{00000000-0000-0000-0000-000000000000}"/>
          </ac:spMkLst>
        </pc:spChg>
        <pc:spChg chg="mod">
          <ac:chgData name="D Ford" userId="79ae5e10bd852782" providerId="LiveId" clId="{9B40F9EF-6F53-4383-929A-1075F9DBC346}" dt="2026-01-28T14:23:52.125" v="528" actId="207"/>
          <ac:spMkLst>
            <pc:docMk/>
            <pc:sldMk cId="0" sldId="257"/>
            <ac:spMk id="25" creationId="{00000000-0000-0000-0000-000000000000}"/>
          </ac:spMkLst>
        </pc:spChg>
        <pc:spChg chg="mod">
          <ac:chgData name="D Ford" userId="79ae5e10bd852782" providerId="LiveId" clId="{9B40F9EF-6F53-4383-929A-1075F9DBC346}" dt="2026-01-28T14:27:07.114" v="552" actId="16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D Ford" userId="79ae5e10bd852782" providerId="LiveId" clId="{9B40F9EF-6F53-4383-929A-1075F9DBC346}" dt="2026-01-28T14:27:07.114" v="552" actId="164"/>
          <ac:spMkLst>
            <pc:docMk/>
            <pc:sldMk cId="0" sldId="257"/>
            <ac:spMk id="28" creationId="{00000000-0000-0000-0000-000000000000}"/>
          </ac:spMkLst>
        </pc:spChg>
        <pc:spChg chg="mod">
          <ac:chgData name="D Ford" userId="79ae5e10bd852782" providerId="LiveId" clId="{9B40F9EF-6F53-4383-929A-1075F9DBC346}" dt="2026-01-28T14:23:52.125" v="528" actId="207"/>
          <ac:spMkLst>
            <pc:docMk/>
            <pc:sldMk cId="0" sldId="257"/>
            <ac:spMk id="29" creationId="{00000000-0000-0000-0000-000000000000}"/>
          </ac:spMkLst>
        </pc:spChg>
        <pc:spChg chg="mod ord">
          <ac:chgData name="D Ford" userId="79ae5e10bd852782" providerId="LiveId" clId="{9B40F9EF-6F53-4383-929A-1075F9DBC346}" dt="2026-01-28T14:27:07.114" v="552" actId="164"/>
          <ac:spMkLst>
            <pc:docMk/>
            <pc:sldMk cId="0" sldId="257"/>
            <ac:spMk id="31" creationId="{00000000-0000-0000-0000-000000000000}"/>
          </ac:spMkLst>
        </pc:spChg>
        <pc:spChg chg="mod">
          <ac:chgData name="D Ford" userId="79ae5e10bd852782" providerId="LiveId" clId="{9B40F9EF-6F53-4383-929A-1075F9DBC346}" dt="2026-01-28T14:27:07.114" v="552" actId="164"/>
          <ac:spMkLst>
            <pc:docMk/>
            <pc:sldMk cId="0" sldId="257"/>
            <ac:spMk id="32" creationId="{00000000-0000-0000-0000-000000000000}"/>
          </ac:spMkLst>
        </pc:spChg>
        <pc:spChg chg="mod ord">
          <ac:chgData name="D Ford" userId="79ae5e10bd852782" providerId="LiveId" clId="{9B40F9EF-6F53-4383-929A-1075F9DBC346}" dt="2026-01-28T14:25:15.836" v="540" actId="20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D Ford" userId="79ae5e10bd852782" providerId="LiveId" clId="{9B40F9EF-6F53-4383-929A-1075F9DBC346}" dt="2026-01-28T14:23:52.125" v="528" actId="207"/>
          <ac:spMkLst>
            <pc:docMk/>
            <pc:sldMk cId="0" sldId="257"/>
            <ac:spMk id="34" creationId="{00000000-0000-0000-0000-000000000000}"/>
          </ac:spMkLst>
        </pc:spChg>
        <pc:spChg chg="mod">
          <ac:chgData name="D Ford" userId="79ae5e10bd852782" providerId="LiveId" clId="{9B40F9EF-6F53-4383-929A-1075F9DBC346}" dt="2026-01-28T14:26:38.882" v="548" actId="164"/>
          <ac:spMkLst>
            <pc:docMk/>
            <pc:sldMk cId="0" sldId="257"/>
            <ac:spMk id="35" creationId="{00000000-0000-0000-0000-000000000000}"/>
          </ac:spMkLst>
        </pc:spChg>
        <pc:spChg chg="mod">
          <ac:chgData name="D Ford" userId="79ae5e10bd852782" providerId="LiveId" clId="{9B40F9EF-6F53-4383-929A-1075F9DBC346}" dt="2026-01-28T14:26:38.882" v="548" actId="164"/>
          <ac:spMkLst>
            <pc:docMk/>
            <pc:sldMk cId="0" sldId="257"/>
            <ac:spMk id="36" creationId="{00000000-0000-0000-0000-000000000000}"/>
          </ac:spMkLst>
        </pc:spChg>
        <pc:spChg chg="mod">
          <ac:chgData name="D Ford" userId="79ae5e10bd852782" providerId="LiveId" clId="{9B40F9EF-6F53-4383-929A-1075F9DBC346}" dt="2026-01-28T14:26:38.882" v="548" actId="164"/>
          <ac:spMkLst>
            <pc:docMk/>
            <pc:sldMk cId="0" sldId="257"/>
            <ac:spMk id="37" creationId="{00000000-0000-0000-0000-000000000000}"/>
          </ac:spMkLst>
        </pc:spChg>
        <pc:spChg chg="mod">
          <ac:chgData name="D Ford" userId="79ae5e10bd852782" providerId="LiveId" clId="{9B40F9EF-6F53-4383-929A-1075F9DBC346}" dt="2026-01-28T14:26:38.882" v="548" actId="164"/>
          <ac:spMkLst>
            <pc:docMk/>
            <pc:sldMk cId="0" sldId="257"/>
            <ac:spMk id="38" creationId="{00000000-0000-0000-0000-000000000000}"/>
          </ac:spMkLst>
        </pc:spChg>
        <pc:spChg chg="mod">
          <ac:chgData name="D Ford" userId="79ae5e10bd852782" providerId="LiveId" clId="{9B40F9EF-6F53-4383-929A-1075F9DBC346}" dt="2026-01-28T14:26:44.415" v="549" actId="164"/>
          <ac:spMkLst>
            <pc:docMk/>
            <pc:sldMk cId="0" sldId="257"/>
            <ac:spMk id="39" creationId="{00000000-0000-0000-0000-000000000000}"/>
          </ac:spMkLst>
        </pc:spChg>
        <pc:spChg chg="mod">
          <ac:chgData name="D Ford" userId="79ae5e10bd852782" providerId="LiveId" clId="{9B40F9EF-6F53-4383-929A-1075F9DBC346}" dt="2026-01-28T14:26:44.415" v="549" actId="164"/>
          <ac:spMkLst>
            <pc:docMk/>
            <pc:sldMk cId="0" sldId="257"/>
            <ac:spMk id="40" creationId="{00000000-0000-0000-0000-000000000000}"/>
          </ac:spMkLst>
        </pc:spChg>
        <pc:spChg chg="mod">
          <ac:chgData name="D Ford" userId="79ae5e10bd852782" providerId="LiveId" clId="{9B40F9EF-6F53-4383-929A-1075F9DBC346}" dt="2026-01-28T14:26:44.415" v="549" actId="164"/>
          <ac:spMkLst>
            <pc:docMk/>
            <pc:sldMk cId="0" sldId="257"/>
            <ac:spMk id="41" creationId="{00000000-0000-0000-0000-000000000000}"/>
          </ac:spMkLst>
        </pc:spChg>
        <pc:spChg chg="mod">
          <ac:chgData name="D Ford" userId="79ae5e10bd852782" providerId="LiveId" clId="{9B40F9EF-6F53-4383-929A-1075F9DBC346}" dt="2026-01-28T14:26:44.415" v="549" actId="164"/>
          <ac:spMkLst>
            <pc:docMk/>
            <pc:sldMk cId="0" sldId="257"/>
            <ac:spMk id="42" creationId="{00000000-0000-0000-0000-000000000000}"/>
          </ac:spMkLst>
        </pc:spChg>
        <pc:spChg chg="mod">
          <ac:chgData name="D Ford" userId="79ae5e10bd852782" providerId="LiveId" clId="{9B40F9EF-6F53-4383-929A-1075F9DBC346}" dt="2026-01-28T14:26:50.106" v="550" actId="164"/>
          <ac:spMkLst>
            <pc:docMk/>
            <pc:sldMk cId="0" sldId="257"/>
            <ac:spMk id="43" creationId="{00000000-0000-0000-0000-000000000000}"/>
          </ac:spMkLst>
        </pc:spChg>
        <pc:spChg chg="mod">
          <ac:chgData name="D Ford" userId="79ae5e10bd852782" providerId="LiveId" clId="{9B40F9EF-6F53-4383-929A-1075F9DBC346}" dt="2026-01-28T14:26:50.106" v="550" actId="164"/>
          <ac:spMkLst>
            <pc:docMk/>
            <pc:sldMk cId="0" sldId="257"/>
            <ac:spMk id="44" creationId="{00000000-0000-0000-0000-000000000000}"/>
          </ac:spMkLst>
        </pc:spChg>
        <pc:spChg chg="mod">
          <ac:chgData name="D Ford" userId="79ae5e10bd852782" providerId="LiveId" clId="{9B40F9EF-6F53-4383-929A-1075F9DBC346}" dt="2026-01-28T14:26:50.106" v="550" actId="164"/>
          <ac:spMkLst>
            <pc:docMk/>
            <pc:sldMk cId="0" sldId="257"/>
            <ac:spMk id="45" creationId="{00000000-0000-0000-0000-000000000000}"/>
          </ac:spMkLst>
        </pc:spChg>
        <pc:spChg chg="mod">
          <ac:chgData name="D Ford" userId="79ae5e10bd852782" providerId="LiveId" clId="{9B40F9EF-6F53-4383-929A-1075F9DBC346}" dt="2026-01-28T14:26:50.106" v="550" actId="164"/>
          <ac:spMkLst>
            <pc:docMk/>
            <pc:sldMk cId="0" sldId="257"/>
            <ac:spMk id="46" creationId="{00000000-0000-0000-0000-000000000000}"/>
          </ac:spMkLst>
        </pc:spChg>
        <pc:spChg chg="mod">
          <ac:chgData name="D Ford" userId="79ae5e10bd852782" providerId="LiveId" clId="{9B40F9EF-6F53-4383-929A-1075F9DBC346}" dt="2026-01-28T14:27:17.722" v="553" actId="164"/>
          <ac:spMkLst>
            <pc:docMk/>
            <pc:sldMk cId="0" sldId="257"/>
            <ac:spMk id="47" creationId="{00000000-0000-0000-0000-000000000000}"/>
          </ac:spMkLst>
        </pc:spChg>
        <pc:spChg chg="mod">
          <ac:chgData name="D Ford" userId="79ae5e10bd852782" providerId="LiveId" clId="{9B40F9EF-6F53-4383-929A-1075F9DBC346}" dt="2026-01-28T14:27:17.722" v="553" actId="164"/>
          <ac:spMkLst>
            <pc:docMk/>
            <pc:sldMk cId="0" sldId="257"/>
            <ac:spMk id="48" creationId="{00000000-0000-0000-0000-000000000000}"/>
          </ac:spMkLst>
        </pc:spChg>
        <pc:spChg chg="mod">
          <ac:chgData name="D Ford" userId="79ae5e10bd852782" providerId="LiveId" clId="{9B40F9EF-6F53-4383-929A-1075F9DBC346}" dt="2026-01-28T14:27:17.722" v="553" actId="164"/>
          <ac:spMkLst>
            <pc:docMk/>
            <pc:sldMk cId="0" sldId="257"/>
            <ac:spMk id="49" creationId="{00000000-0000-0000-0000-000000000000}"/>
          </ac:spMkLst>
        </pc:spChg>
        <pc:spChg chg="add del mod">
          <ac:chgData name="D Ford" userId="79ae5e10bd852782" providerId="LiveId" clId="{9B40F9EF-6F53-4383-929A-1075F9DBC346}" dt="2026-01-28T13:48:05.747" v="244" actId="478"/>
          <ac:spMkLst>
            <pc:docMk/>
            <pc:sldMk cId="0" sldId="257"/>
            <ac:spMk id="50" creationId="{6486F6EB-3683-97F5-5B37-03BED5AC0015}"/>
          </ac:spMkLst>
        </pc:spChg>
        <pc:grpChg chg="add mod">
          <ac:chgData name="D Ford" userId="79ae5e10bd852782" providerId="LiveId" clId="{9B40F9EF-6F53-4383-929A-1075F9DBC346}" dt="2026-01-28T14:27:47.632" v="558" actId="164"/>
          <ac:grpSpMkLst>
            <pc:docMk/>
            <pc:sldMk cId="0" sldId="257"/>
            <ac:grpSpMk id="51" creationId="{36F58D09-9ADD-37B8-C35A-29C07E36198E}"/>
          </ac:grpSpMkLst>
        </pc:grpChg>
        <pc:grpChg chg="add mod">
          <ac:chgData name="D Ford" userId="79ae5e10bd852782" providerId="LiveId" clId="{9B40F9EF-6F53-4383-929A-1075F9DBC346}" dt="2026-01-28T14:27:47.632" v="558" actId="164"/>
          <ac:grpSpMkLst>
            <pc:docMk/>
            <pc:sldMk cId="0" sldId="257"/>
            <ac:grpSpMk id="52" creationId="{C76D8B50-A1BA-D359-7B20-D72AFF0BB5E8}"/>
          </ac:grpSpMkLst>
        </pc:grpChg>
        <pc:grpChg chg="add mod">
          <ac:chgData name="D Ford" userId="79ae5e10bd852782" providerId="LiveId" clId="{9B40F9EF-6F53-4383-929A-1075F9DBC346}" dt="2026-01-28T14:27:47.632" v="558" actId="164"/>
          <ac:grpSpMkLst>
            <pc:docMk/>
            <pc:sldMk cId="0" sldId="257"/>
            <ac:grpSpMk id="53" creationId="{24028741-10BE-7432-C0D0-F320F7A265C4}"/>
          </ac:grpSpMkLst>
        </pc:grpChg>
        <pc:grpChg chg="mod">
          <ac:chgData name="D Ford" userId="79ae5e10bd852782" providerId="LiveId" clId="{9B40F9EF-6F53-4383-929A-1075F9DBC346}" dt="2026-01-28T14:27:56.151" v="559" actId="12788"/>
          <ac:grpSpMkLst>
            <pc:docMk/>
            <pc:sldMk cId="0" sldId="257"/>
            <ac:grpSpMk id="54" creationId="{6F22896C-261D-2F1A-896D-9D7A81CBEF33}"/>
          </ac:grpSpMkLst>
        </pc:grpChg>
        <pc:grpChg chg="add mod">
          <ac:chgData name="D Ford" userId="79ae5e10bd852782" providerId="LiveId" clId="{9B40F9EF-6F53-4383-929A-1075F9DBC346}" dt="2026-01-28T14:27:56.151" v="559" actId="12788"/>
          <ac:grpSpMkLst>
            <pc:docMk/>
            <pc:sldMk cId="0" sldId="257"/>
            <ac:grpSpMk id="55" creationId="{05FA77AF-8C6C-0E8F-97FE-A942BE257D3C}"/>
          </ac:grpSpMkLst>
        </pc:grpChg>
        <pc:grpChg chg="add mod">
          <ac:chgData name="D Ford" userId="79ae5e10bd852782" providerId="LiveId" clId="{9B40F9EF-6F53-4383-929A-1075F9DBC346}" dt="2026-01-28T14:27:56.151" v="559" actId="12788"/>
          <ac:grpSpMkLst>
            <pc:docMk/>
            <pc:sldMk cId="0" sldId="257"/>
            <ac:grpSpMk id="56" creationId="{9B086489-7410-0806-C997-4B213ED3A4DA}"/>
          </ac:grpSpMkLst>
        </pc:grpChg>
      </pc:sldChg>
      <pc:sldChg chg="new del">
        <pc:chgData name="D Ford" userId="79ae5e10bd852782" providerId="LiveId" clId="{9B40F9EF-6F53-4383-929A-1075F9DBC346}" dt="2026-01-28T13:37:33.413" v="224" actId="47"/>
        <pc:sldMkLst>
          <pc:docMk/>
          <pc:sldMk cId="1560249483" sldId="258"/>
        </pc:sldMkLst>
      </pc:sldChg>
      <pc:sldChg chg="modSp add mod setBg">
        <pc:chgData name="D Ford" userId="79ae5e10bd852782" providerId="LiveId" clId="{9B40F9EF-6F53-4383-929A-1075F9DBC346}" dt="2026-01-28T13:42:52.341" v="226" actId="113"/>
        <pc:sldMkLst>
          <pc:docMk/>
          <pc:sldMk cId="0" sldId="259"/>
        </pc:sldMkLst>
        <pc:spChg chg="mod">
          <ac:chgData name="D Ford" userId="79ae5e10bd852782" providerId="LiveId" clId="{9B40F9EF-6F53-4383-929A-1075F9DBC346}" dt="2026-01-28T13:35:38.914" v="179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D Ford" userId="79ae5e10bd852782" providerId="LiveId" clId="{9B40F9EF-6F53-4383-929A-1075F9DBC346}" dt="2026-01-28T13:35:38.914" v="179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 Ford" userId="79ae5e10bd852782" providerId="LiveId" clId="{9B40F9EF-6F53-4383-929A-1075F9DBC346}" dt="2026-01-28T13:36:39.831" v="220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D Ford" userId="79ae5e10bd852782" providerId="LiveId" clId="{9B40F9EF-6F53-4383-929A-1075F9DBC346}" dt="2026-01-28T13:35:38.914" v="179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D Ford" userId="79ae5e10bd852782" providerId="LiveId" clId="{9B40F9EF-6F53-4383-929A-1075F9DBC346}" dt="2026-01-28T13:42:41.382" v="225" actId="2057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D Ford" userId="79ae5e10bd852782" providerId="LiveId" clId="{9B40F9EF-6F53-4383-929A-1075F9DBC346}" dt="2026-01-28T13:42:52.341" v="226" actId="113"/>
          <ac:spMkLst>
            <pc:docMk/>
            <pc:sldMk cId="0" sldId="259"/>
            <ac:spMk id="27" creationId="{00000000-0000-0000-0000-000000000000}"/>
          </ac:spMkLst>
        </pc:spChg>
        <pc:spChg chg="mod">
          <ac:chgData name="D Ford" userId="79ae5e10bd852782" providerId="LiveId" clId="{9B40F9EF-6F53-4383-929A-1075F9DBC346}" dt="2026-01-28T13:35:44.593" v="180" actId="107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D Ford" userId="79ae5e10bd852782" providerId="LiveId" clId="{9B40F9EF-6F53-4383-929A-1075F9DBC346}" dt="2026-01-28T13:35:44.593" v="180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D Ford" userId="79ae5e10bd852782" providerId="LiveId" clId="{9B40F9EF-6F53-4383-929A-1075F9DBC346}" dt="2026-01-28T13:35:44.593" v="180" actId="107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D Ford" userId="79ae5e10bd852782" providerId="LiveId" clId="{9B40F9EF-6F53-4383-929A-1075F9DBC346}" dt="2026-01-28T13:35:44.593" v="180" actId="1076"/>
          <ac:spMkLst>
            <pc:docMk/>
            <pc:sldMk cId="0" sldId="259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3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5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Fusion Applications Ecosystem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4420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GUUT InfoApps — Distributed &amp; Interactive Insight Layer</a:t>
            </a:r>
            <a:endParaRPr lang="en-US" sz="1600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41183E5-4F58-2DC3-E03D-EE2F335B7734}"/>
              </a:ext>
            </a:extLst>
          </p:cNvPr>
          <p:cNvGrpSpPr/>
          <p:nvPr/>
        </p:nvGrpSpPr>
        <p:grpSpPr>
          <a:xfrm>
            <a:off x="457200" y="914400"/>
            <a:ext cx="1913129" cy="2432304"/>
            <a:chOff x="457200" y="914400"/>
            <a:chExt cx="1913129" cy="2432304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7346D59-29C4-58B8-5CCA-8C96BA6CA1DA}"/>
                </a:ext>
              </a:extLst>
            </p:cNvPr>
            <p:cNvGrpSpPr/>
            <p:nvPr/>
          </p:nvGrpSpPr>
          <p:grpSpPr>
            <a:xfrm>
              <a:off x="457200" y="914400"/>
              <a:ext cx="1913129" cy="1152144"/>
              <a:chOff x="457200" y="914400"/>
              <a:chExt cx="1913129" cy="1152144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457200" y="914400"/>
                <a:ext cx="1904256" cy="41148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CC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457200" y="914400"/>
                <a:ext cx="1904256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Financial Management</a:t>
                </a:r>
                <a:endParaRPr lang="en-US" sz="1100" dirty="0"/>
              </a:p>
            </p:txBody>
          </p:sp>
          <p:sp>
            <p:nvSpPr>
              <p:cNvPr id="6" name="Shape 4"/>
              <p:cNvSpPr/>
              <p:nvPr/>
            </p:nvSpPr>
            <p:spPr>
              <a:xfrm>
                <a:off x="457200" y="137160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1435203" y="137160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Shape 6"/>
              <p:cNvSpPr/>
              <p:nvPr/>
            </p:nvSpPr>
            <p:spPr>
              <a:xfrm>
                <a:off x="457200" y="1746504"/>
                <a:ext cx="1904256" cy="320040"/>
              </a:xfrm>
              <a:prstGeom prst="rect">
                <a:avLst/>
              </a:prstGeom>
              <a:solidFill>
                <a:srgbClr val="CBD5E1"/>
              </a:solidFill>
              <a:ln w="12700">
                <a:solidFill>
                  <a:srgbClr val="64748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457200" y="1746504"/>
                <a:ext cx="1904256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KPIs, Dashboards</a:t>
                </a:r>
                <a:endParaRPr lang="en-US" sz="800" dirty="0"/>
              </a:p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&amp; Extensibility</a:t>
                </a:r>
                <a:endParaRPr lang="en-US" sz="800" dirty="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C58DB2A-D142-F83D-0D8C-2908F18A8DAE}"/>
                </a:ext>
              </a:extLst>
            </p:cNvPr>
            <p:cNvGrpSpPr/>
            <p:nvPr/>
          </p:nvGrpSpPr>
          <p:grpSpPr>
            <a:xfrm>
              <a:off x="457200" y="2194560"/>
              <a:ext cx="1913129" cy="1152144"/>
              <a:chOff x="457200" y="2194560"/>
              <a:chExt cx="1913129" cy="1152144"/>
            </a:xfrm>
          </p:grpSpPr>
          <p:sp>
            <p:nvSpPr>
              <p:cNvPr id="22" name="Shape 20"/>
              <p:cNvSpPr/>
              <p:nvPr/>
            </p:nvSpPr>
            <p:spPr>
              <a:xfrm>
                <a:off x="457200" y="2194560"/>
                <a:ext cx="1904256" cy="41148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CC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457200" y="2194560"/>
                <a:ext cx="1904256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Project Portfolio Mgmt</a:t>
                </a:r>
                <a:endParaRPr lang="en-US" sz="1100" dirty="0"/>
              </a:p>
            </p:txBody>
          </p:sp>
          <p:sp>
            <p:nvSpPr>
              <p:cNvPr id="24" name="Shape 22"/>
              <p:cNvSpPr/>
              <p:nvPr/>
            </p:nvSpPr>
            <p:spPr>
              <a:xfrm>
                <a:off x="457200" y="265176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Shape 23"/>
              <p:cNvSpPr/>
              <p:nvPr/>
            </p:nvSpPr>
            <p:spPr>
              <a:xfrm>
                <a:off x="1435203" y="265176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Shape 24"/>
              <p:cNvSpPr/>
              <p:nvPr/>
            </p:nvSpPr>
            <p:spPr>
              <a:xfrm>
                <a:off x="457200" y="3026664"/>
                <a:ext cx="1904256" cy="320040"/>
              </a:xfrm>
              <a:prstGeom prst="rect">
                <a:avLst/>
              </a:prstGeom>
              <a:solidFill>
                <a:srgbClr val="CBD5E1"/>
              </a:solidFill>
              <a:ln w="12700">
                <a:solidFill>
                  <a:srgbClr val="64748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457200" y="3026664"/>
                <a:ext cx="1904256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KPIs, Dashboards</a:t>
                </a:r>
                <a:endParaRPr lang="en-US" sz="800" dirty="0"/>
              </a:p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&amp; Extensibility</a:t>
                </a:r>
                <a:endParaRPr lang="en-US" sz="800" dirty="0"/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C36D032-D7BA-D5C5-DAFE-D2B83F44FB25}"/>
              </a:ext>
            </a:extLst>
          </p:cNvPr>
          <p:cNvGrpSpPr/>
          <p:nvPr/>
        </p:nvGrpSpPr>
        <p:grpSpPr>
          <a:xfrm>
            <a:off x="2565649" y="914400"/>
            <a:ext cx="1913129" cy="2432304"/>
            <a:chOff x="2805353" y="914400"/>
            <a:chExt cx="1913129" cy="2432304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CC0D1F0-1767-CB96-867C-B149363AA7EF}"/>
                </a:ext>
              </a:extLst>
            </p:cNvPr>
            <p:cNvGrpSpPr/>
            <p:nvPr/>
          </p:nvGrpSpPr>
          <p:grpSpPr>
            <a:xfrm>
              <a:off x="2805353" y="914400"/>
              <a:ext cx="1913129" cy="1152144"/>
              <a:chOff x="3200400" y="914400"/>
              <a:chExt cx="1913129" cy="1152144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3200400" y="914400"/>
                <a:ext cx="1904256" cy="41148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CC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3200400" y="914400"/>
                <a:ext cx="1904256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Human Capital Mgmt</a:t>
                </a:r>
                <a:endParaRPr lang="en-US" sz="1100" dirty="0"/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3200400" y="137160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4178403" y="137160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Shape 12"/>
              <p:cNvSpPr/>
              <p:nvPr/>
            </p:nvSpPr>
            <p:spPr>
              <a:xfrm>
                <a:off x="3200400" y="1746504"/>
                <a:ext cx="1904256" cy="320040"/>
              </a:xfrm>
              <a:prstGeom prst="rect">
                <a:avLst/>
              </a:prstGeom>
              <a:solidFill>
                <a:srgbClr val="CBD5E1"/>
              </a:solidFill>
              <a:ln w="12700">
                <a:solidFill>
                  <a:srgbClr val="64748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3200400" y="1746504"/>
                <a:ext cx="1904256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KPIs, Dashboards</a:t>
                </a:r>
                <a:endParaRPr lang="en-US" sz="800" dirty="0"/>
              </a:p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&amp; Extensibility</a:t>
                </a:r>
                <a:endParaRPr lang="en-US" sz="800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9CFAC5AD-9613-B7E9-88B0-AA03E8296F75}"/>
                </a:ext>
              </a:extLst>
            </p:cNvPr>
            <p:cNvGrpSpPr/>
            <p:nvPr/>
          </p:nvGrpSpPr>
          <p:grpSpPr>
            <a:xfrm>
              <a:off x="2805353" y="2194560"/>
              <a:ext cx="1913129" cy="1152144"/>
              <a:chOff x="3200400" y="2194560"/>
              <a:chExt cx="1913129" cy="1152144"/>
            </a:xfrm>
          </p:grpSpPr>
          <p:sp>
            <p:nvSpPr>
              <p:cNvPr id="28" name="Shape 26"/>
              <p:cNvSpPr/>
              <p:nvPr/>
            </p:nvSpPr>
            <p:spPr>
              <a:xfrm>
                <a:off x="3200400" y="2194560"/>
                <a:ext cx="1904256" cy="41148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CC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3200400" y="2194560"/>
                <a:ext cx="1904256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Procurement</a:t>
                </a:r>
                <a:endParaRPr lang="en-US" sz="1100" dirty="0"/>
              </a:p>
            </p:txBody>
          </p:sp>
          <p:sp>
            <p:nvSpPr>
              <p:cNvPr id="30" name="Shape 28"/>
              <p:cNvSpPr/>
              <p:nvPr/>
            </p:nvSpPr>
            <p:spPr>
              <a:xfrm>
                <a:off x="3200400" y="265176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Shape 29"/>
              <p:cNvSpPr/>
              <p:nvPr/>
            </p:nvSpPr>
            <p:spPr>
              <a:xfrm>
                <a:off x="4178403" y="265176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Shape 30"/>
              <p:cNvSpPr/>
              <p:nvPr/>
            </p:nvSpPr>
            <p:spPr>
              <a:xfrm>
                <a:off x="3200400" y="3026664"/>
                <a:ext cx="1904256" cy="320040"/>
              </a:xfrm>
              <a:prstGeom prst="rect">
                <a:avLst/>
              </a:prstGeom>
              <a:solidFill>
                <a:srgbClr val="CBD5E1"/>
              </a:solidFill>
              <a:ln w="12700">
                <a:solidFill>
                  <a:srgbClr val="64748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3200400" y="3026664"/>
                <a:ext cx="1904256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KPIs, Dashboards</a:t>
                </a:r>
                <a:endParaRPr lang="en-US" sz="800" dirty="0"/>
              </a:p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&amp; Extensibility</a:t>
                </a:r>
                <a:endParaRPr lang="en-US" sz="800" dirty="0"/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0662718-837C-981F-6E12-153EC8D3EB98}"/>
              </a:ext>
            </a:extLst>
          </p:cNvPr>
          <p:cNvGrpSpPr/>
          <p:nvPr/>
        </p:nvGrpSpPr>
        <p:grpSpPr>
          <a:xfrm>
            <a:off x="4674098" y="906055"/>
            <a:ext cx="1913129" cy="2432304"/>
            <a:chOff x="5254702" y="906055"/>
            <a:chExt cx="1913129" cy="2432304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42D9D6D-7F2A-E3D0-01B4-128BE5EB527F}"/>
                </a:ext>
              </a:extLst>
            </p:cNvPr>
            <p:cNvGrpSpPr/>
            <p:nvPr/>
          </p:nvGrpSpPr>
          <p:grpSpPr>
            <a:xfrm>
              <a:off x="5254702" y="906055"/>
              <a:ext cx="1913129" cy="1152144"/>
              <a:chOff x="5943600" y="914400"/>
              <a:chExt cx="1913129" cy="1152144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5943600" y="914400"/>
                <a:ext cx="1904256" cy="41148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CC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5943600" y="914400"/>
                <a:ext cx="1904256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Supply Chain Mgmt</a:t>
                </a:r>
                <a:endParaRPr lang="en-US" sz="1100" dirty="0"/>
              </a:p>
            </p:txBody>
          </p:sp>
          <p:sp>
            <p:nvSpPr>
              <p:cNvPr id="18" name="Shape 16"/>
              <p:cNvSpPr/>
              <p:nvPr/>
            </p:nvSpPr>
            <p:spPr>
              <a:xfrm>
                <a:off x="5943600" y="137160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6921603" y="137160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Shape 18"/>
              <p:cNvSpPr/>
              <p:nvPr/>
            </p:nvSpPr>
            <p:spPr>
              <a:xfrm>
                <a:off x="5943600" y="1746504"/>
                <a:ext cx="1904256" cy="320040"/>
              </a:xfrm>
              <a:prstGeom prst="rect">
                <a:avLst/>
              </a:prstGeom>
              <a:solidFill>
                <a:srgbClr val="CBD5E1"/>
              </a:solidFill>
              <a:ln w="12700">
                <a:solidFill>
                  <a:srgbClr val="64748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5943600" y="1746504"/>
                <a:ext cx="1904256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KPIs, Dashboards</a:t>
                </a:r>
                <a:endParaRPr lang="en-US" sz="800" dirty="0"/>
              </a:p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&amp; Extensibility</a:t>
                </a:r>
                <a:endParaRPr lang="en-US" sz="800" dirty="0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576BAEE-BD97-EAD0-3DFE-6981027E170C}"/>
                </a:ext>
              </a:extLst>
            </p:cNvPr>
            <p:cNvGrpSpPr/>
            <p:nvPr/>
          </p:nvGrpSpPr>
          <p:grpSpPr>
            <a:xfrm>
              <a:off x="5254702" y="2186215"/>
              <a:ext cx="1913129" cy="1152144"/>
              <a:chOff x="5943600" y="2194560"/>
              <a:chExt cx="1913129" cy="1152144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5943600" y="2194560"/>
                <a:ext cx="1904256" cy="41148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CC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5943600" y="2194560"/>
                <a:ext cx="1904256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CRM</a:t>
                </a:r>
                <a:endParaRPr lang="en-US" sz="1100" dirty="0"/>
              </a:p>
            </p:txBody>
          </p:sp>
          <p:sp>
            <p:nvSpPr>
              <p:cNvPr id="36" name="Shape 34"/>
              <p:cNvSpPr/>
              <p:nvPr/>
            </p:nvSpPr>
            <p:spPr>
              <a:xfrm>
                <a:off x="5943600" y="265176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Shape 35"/>
              <p:cNvSpPr/>
              <p:nvPr/>
            </p:nvSpPr>
            <p:spPr>
              <a:xfrm>
                <a:off x="6921603" y="2651760"/>
                <a:ext cx="935126" cy="329184"/>
              </a:xfrm>
              <a:prstGeom prst="rect">
                <a:avLst/>
              </a:prstGeom>
              <a:solidFill>
                <a:srgbClr val="E2E8F0"/>
              </a:solidFill>
              <a:ln w="635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Shape 36"/>
              <p:cNvSpPr/>
              <p:nvPr/>
            </p:nvSpPr>
            <p:spPr>
              <a:xfrm>
                <a:off x="5943600" y="3026664"/>
                <a:ext cx="1904256" cy="320040"/>
              </a:xfrm>
              <a:prstGeom prst="rect">
                <a:avLst/>
              </a:prstGeom>
              <a:solidFill>
                <a:srgbClr val="CBD5E1"/>
              </a:solidFill>
              <a:ln w="12700">
                <a:solidFill>
                  <a:srgbClr val="64748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 37"/>
              <p:cNvSpPr/>
              <p:nvPr/>
            </p:nvSpPr>
            <p:spPr>
              <a:xfrm>
                <a:off x="5943600" y="3026664"/>
                <a:ext cx="1904256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KPIs, Dashboards</a:t>
                </a:r>
                <a:endParaRPr lang="en-US" sz="800" dirty="0"/>
              </a:p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&amp; Extensibility</a:t>
                </a:r>
                <a:endParaRPr lang="en-US" sz="800" dirty="0"/>
              </a:p>
            </p:txBody>
          </p:sp>
        </p:grpSp>
      </p:grpSp>
      <p:sp>
        <p:nvSpPr>
          <p:cNvPr id="40" name="Shape 38"/>
          <p:cNvSpPr/>
          <p:nvPr/>
        </p:nvSpPr>
        <p:spPr>
          <a:xfrm>
            <a:off x="457200" y="3493008"/>
            <a:ext cx="8229600" cy="594360"/>
          </a:xfrm>
          <a:prstGeom prst="rect">
            <a:avLst/>
          </a:prstGeom>
          <a:solidFill>
            <a:srgbClr val="0891B2"/>
          </a:solidFill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35387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GUUT InfoApps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57200" y="37856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0F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&amp; Interactive Insight — Extending KPIs Beyond the Portal – “The Last Mile”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18088" y="3347103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518545" y="3347103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609224" y="3347103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C0D5845-AC37-20D1-90FC-51E245744F32}"/>
              </a:ext>
            </a:extLst>
          </p:cNvPr>
          <p:cNvGrpSpPr/>
          <p:nvPr/>
        </p:nvGrpSpPr>
        <p:grpSpPr>
          <a:xfrm>
            <a:off x="457200" y="4224528"/>
            <a:ext cx="1920240" cy="502920"/>
            <a:chOff x="457200" y="4224528"/>
            <a:chExt cx="1920240" cy="502920"/>
          </a:xfrm>
        </p:grpSpPr>
        <p:sp>
          <p:nvSpPr>
            <p:cNvPr id="46" name="Shape 44"/>
            <p:cNvSpPr/>
            <p:nvPr/>
          </p:nvSpPr>
          <p:spPr>
            <a:xfrm>
              <a:off x="457200" y="4224528"/>
              <a:ext cx="192024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45"/>
            <p:cNvSpPr/>
            <p:nvPr/>
          </p:nvSpPr>
          <p:spPr>
            <a:xfrm>
              <a:off x="457200" y="4224528"/>
              <a:ext cx="45720" cy="502920"/>
            </a:xfrm>
            <a:prstGeom prst="rect">
              <a:avLst/>
            </a:prstGeom>
            <a:solidFill>
              <a:srgbClr val="0891B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46"/>
            <p:cNvSpPr/>
            <p:nvPr/>
          </p:nvSpPr>
          <p:spPr>
            <a:xfrm>
              <a:off x="548640" y="4297680"/>
              <a:ext cx="1783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Interactive Documents</a:t>
              </a:r>
              <a:endParaRPr lang="en-US" sz="10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548640" y="4480560"/>
              <a:ext cx="17830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App-like statements, reports &amp; portfolios</a:t>
              </a:r>
              <a:endParaRPr lang="en-US" sz="80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E5E01A5-3BE8-4EFA-06D4-B49991E6870F}"/>
              </a:ext>
            </a:extLst>
          </p:cNvPr>
          <p:cNvGrpSpPr/>
          <p:nvPr/>
        </p:nvGrpSpPr>
        <p:grpSpPr>
          <a:xfrm>
            <a:off x="2560320" y="4224528"/>
            <a:ext cx="1920240" cy="502920"/>
            <a:chOff x="2514600" y="4224528"/>
            <a:chExt cx="1920240" cy="502920"/>
          </a:xfrm>
        </p:grpSpPr>
        <p:sp>
          <p:nvSpPr>
            <p:cNvPr id="50" name="Shape 48"/>
            <p:cNvSpPr/>
            <p:nvPr/>
          </p:nvSpPr>
          <p:spPr>
            <a:xfrm>
              <a:off x="2514600" y="4224528"/>
              <a:ext cx="192024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49"/>
            <p:cNvSpPr/>
            <p:nvPr/>
          </p:nvSpPr>
          <p:spPr>
            <a:xfrm>
              <a:off x="2514600" y="4224528"/>
              <a:ext cx="45720" cy="502920"/>
            </a:xfrm>
            <a:prstGeom prst="rect">
              <a:avLst/>
            </a:prstGeom>
            <a:solidFill>
              <a:srgbClr val="0891B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50"/>
            <p:cNvSpPr/>
            <p:nvPr/>
          </p:nvSpPr>
          <p:spPr>
            <a:xfrm>
              <a:off x="2606040" y="4297680"/>
              <a:ext cx="1783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Portability</a:t>
              </a:r>
              <a:endParaRPr lang="en-US" sz="10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2606040" y="4480560"/>
              <a:ext cx="17830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Owned by customers, portable &amp; machine-readable</a:t>
              </a:r>
              <a:endParaRPr lang="en-US" sz="800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8A415FA-1FD4-9273-50CD-EF1123FA827B}"/>
              </a:ext>
            </a:extLst>
          </p:cNvPr>
          <p:cNvGrpSpPr/>
          <p:nvPr/>
        </p:nvGrpSpPr>
        <p:grpSpPr>
          <a:xfrm>
            <a:off x="4663440" y="4224528"/>
            <a:ext cx="1920240" cy="502920"/>
            <a:chOff x="4572000" y="4224528"/>
            <a:chExt cx="1920240" cy="502920"/>
          </a:xfrm>
        </p:grpSpPr>
        <p:sp>
          <p:nvSpPr>
            <p:cNvPr id="54" name="Shape 52"/>
            <p:cNvSpPr/>
            <p:nvPr/>
          </p:nvSpPr>
          <p:spPr>
            <a:xfrm>
              <a:off x="4572000" y="4224528"/>
              <a:ext cx="192024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53"/>
            <p:cNvSpPr/>
            <p:nvPr/>
          </p:nvSpPr>
          <p:spPr>
            <a:xfrm>
              <a:off x="4572000" y="4224528"/>
              <a:ext cx="45720" cy="502920"/>
            </a:xfrm>
            <a:prstGeom prst="rect">
              <a:avLst/>
            </a:prstGeom>
            <a:solidFill>
              <a:srgbClr val="0891B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54"/>
            <p:cNvSpPr/>
            <p:nvPr/>
          </p:nvSpPr>
          <p:spPr>
            <a:xfrm>
              <a:off x="4663440" y="4297680"/>
              <a:ext cx="1783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Customer Distribution</a:t>
              </a:r>
              <a:endParaRPr lang="en-US" sz="10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4663440" y="4480560"/>
              <a:ext cx="17830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Email, download, offline — no portal login</a:t>
              </a:r>
              <a:endParaRPr lang="en-US" sz="8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5AC94F8-0E40-B648-A8E2-CA3D67B5B00F}"/>
              </a:ext>
            </a:extLst>
          </p:cNvPr>
          <p:cNvGrpSpPr/>
          <p:nvPr/>
        </p:nvGrpSpPr>
        <p:grpSpPr>
          <a:xfrm>
            <a:off x="6766560" y="4224528"/>
            <a:ext cx="1920240" cy="502920"/>
            <a:chOff x="6629400" y="4224528"/>
            <a:chExt cx="1920240" cy="502920"/>
          </a:xfrm>
        </p:grpSpPr>
        <p:sp>
          <p:nvSpPr>
            <p:cNvPr id="58" name="Shape 56"/>
            <p:cNvSpPr/>
            <p:nvPr/>
          </p:nvSpPr>
          <p:spPr>
            <a:xfrm>
              <a:off x="6629400" y="4224528"/>
              <a:ext cx="192024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57"/>
            <p:cNvSpPr/>
            <p:nvPr/>
          </p:nvSpPr>
          <p:spPr>
            <a:xfrm>
              <a:off x="6629400" y="4224528"/>
              <a:ext cx="45720" cy="502920"/>
            </a:xfrm>
            <a:prstGeom prst="rect">
              <a:avLst/>
            </a:prstGeom>
            <a:solidFill>
              <a:srgbClr val="0891B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58"/>
            <p:cNvSpPr/>
            <p:nvPr/>
          </p:nvSpPr>
          <p:spPr>
            <a:xfrm>
              <a:off x="6720840" y="4297680"/>
              <a:ext cx="1783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Cost Predictable</a:t>
              </a:r>
              <a:endParaRPr lang="en-US" sz="10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6720840" y="4480560"/>
              <a:ext cx="17830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per-query or per-user compute charges</a:t>
              </a:r>
              <a:endParaRPr lang="en-US" sz="800" dirty="0"/>
            </a:p>
          </p:txBody>
        </p:sp>
      </p:grpSp>
      <p:sp>
        <p:nvSpPr>
          <p:cNvPr id="62" name="Text 6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InfoApps complement Fusion's KPIs &amp; Dashboards by extending insights to customers, partners &amp; executives at scale</a:t>
            </a:r>
            <a:endParaRPr lang="en-US" sz="900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A593A03-1D36-7CC5-B4B1-5ADAEA77731C}"/>
              </a:ext>
            </a:extLst>
          </p:cNvPr>
          <p:cNvGrpSpPr/>
          <p:nvPr/>
        </p:nvGrpSpPr>
        <p:grpSpPr>
          <a:xfrm>
            <a:off x="6782546" y="2186215"/>
            <a:ext cx="1913129" cy="1152144"/>
            <a:chOff x="5943600" y="2194560"/>
            <a:chExt cx="1913129" cy="1152144"/>
          </a:xfrm>
        </p:grpSpPr>
        <p:sp>
          <p:nvSpPr>
            <p:cNvPr id="71" name="Shape 32">
              <a:extLst>
                <a:ext uri="{FF2B5EF4-FFF2-40B4-BE49-F238E27FC236}">
                  <a16:creationId xmlns:a16="http://schemas.microsoft.com/office/drawing/2014/main" id="{C7740DD6-5CD8-5220-0D47-927F5C1BE149}"/>
                </a:ext>
              </a:extLst>
            </p:cNvPr>
            <p:cNvSpPr/>
            <p:nvPr/>
          </p:nvSpPr>
          <p:spPr>
            <a:xfrm>
              <a:off x="5943600" y="2194560"/>
              <a:ext cx="1904256" cy="41148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 33">
              <a:extLst>
                <a:ext uri="{FF2B5EF4-FFF2-40B4-BE49-F238E27FC236}">
                  <a16:creationId xmlns:a16="http://schemas.microsoft.com/office/drawing/2014/main" id="{DEB237E0-4CCA-7CA4-FB40-B9BB90309963}"/>
                </a:ext>
              </a:extLst>
            </p:cNvPr>
            <p:cNvSpPr/>
            <p:nvPr/>
          </p:nvSpPr>
          <p:spPr>
            <a:xfrm>
              <a:off x="5943600" y="2194560"/>
              <a:ext cx="1904256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GRC</a:t>
              </a:r>
              <a:endParaRPr lang="en-US" sz="1100" dirty="0"/>
            </a:p>
          </p:txBody>
        </p:sp>
        <p:sp>
          <p:nvSpPr>
            <p:cNvPr id="73" name="Shape 34">
              <a:extLst>
                <a:ext uri="{FF2B5EF4-FFF2-40B4-BE49-F238E27FC236}">
                  <a16:creationId xmlns:a16="http://schemas.microsoft.com/office/drawing/2014/main" id="{1D598E2E-4287-707C-DAFD-B3E6400CFA03}"/>
                </a:ext>
              </a:extLst>
            </p:cNvPr>
            <p:cNvSpPr/>
            <p:nvPr/>
          </p:nvSpPr>
          <p:spPr>
            <a:xfrm>
              <a:off x="5943600" y="2651760"/>
              <a:ext cx="935126" cy="329184"/>
            </a:xfrm>
            <a:prstGeom prst="rect">
              <a:avLst/>
            </a:prstGeom>
            <a:solidFill>
              <a:srgbClr val="E2E8F0"/>
            </a:solidFill>
            <a:ln w="635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35">
              <a:extLst>
                <a:ext uri="{FF2B5EF4-FFF2-40B4-BE49-F238E27FC236}">
                  <a16:creationId xmlns:a16="http://schemas.microsoft.com/office/drawing/2014/main" id="{3AF3BA0C-E34D-AE4F-AB48-166E0A178ABB}"/>
                </a:ext>
              </a:extLst>
            </p:cNvPr>
            <p:cNvSpPr/>
            <p:nvPr/>
          </p:nvSpPr>
          <p:spPr>
            <a:xfrm>
              <a:off x="6921603" y="2651760"/>
              <a:ext cx="935126" cy="329184"/>
            </a:xfrm>
            <a:prstGeom prst="rect">
              <a:avLst/>
            </a:prstGeom>
            <a:solidFill>
              <a:srgbClr val="E2E8F0"/>
            </a:solidFill>
            <a:ln w="635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36">
              <a:extLst>
                <a:ext uri="{FF2B5EF4-FFF2-40B4-BE49-F238E27FC236}">
                  <a16:creationId xmlns:a16="http://schemas.microsoft.com/office/drawing/2014/main" id="{DF33267B-149A-B63F-AF29-A5CB222B7F96}"/>
                </a:ext>
              </a:extLst>
            </p:cNvPr>
            <p:cNvSpPr/>
            <p:nvPr/>
          </p:nvSpPr>
          <p:spPr>
            <a:xfrm>
              <a:off x="5943600" y="3026664"/>
              <a:ext cx="1904256" cy="320040"/>
            </a:xfrm>
            <a:prstGeom prst="rect">
              <a:avLst/>
            </a:prstGeom>
            <a:solidFill>
              <a:srgbClr val="CBD5E1"/>
            </a:solidFill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37">
              <a:extLst>
                <a:ext uri="{FF2B5EF4-FFF2-40B4-BE49-F238E27FC236}">
                  <a16:creationId xmlns:a16="http://schemas.microsoft.com/office/drawing/2014/main" id="{0DD3FE06-8580-90C7-9A38-DC03BA69F047}"/>
                </a:ext>
              </a:extLst>
            </p:cNvPr>
            <p:cNvSpPr/>
            <p:nvPr/>
          </p:nvSpPr>
          <p:spPr>
            <a:xfrm>
              <a:off x="5943600" y="3026664"/>
              <a:ext cx="1904256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KPIs, Dashboards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&amp; Extensibility</a:t>
              </a:r>
              <a:endParaRPr lang="en-US" sz="800" dirty="0"/>
            </a:p>
          </p:txBody>
        </p:sp>
      </p:grpSp>
      <p:sp>
        <p:nvSpPr>
          <p:cNvPr id="84" name="Shape 43">
            <a:extLst>
              <a:ext uri="{FF2B5EF4-FFF2-40B4-BE49-F238E27FC236}">
                <a16:creationId xmlns:a16="http://schemas.microsoft.com/office/drawing/2014/main" id="{0864CE29-3C4F-065F-ABF7-57D06E55239C}"/>
              </a:ext>
            </a:extLst>
          </p:cNvPr>
          <p:cNvSpPr/>
          <p:nvPr/>
        </p:nvSpPr>
        <p:spPr>
          <a:xfrm>
            <a:off x="7748139" y="3347103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Analytics to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Stays Upstream — </a:t>
            </a:r>
            <a:r>
              <a:rPr lang="en-US" sz="1600" i="1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InfoApps</a:t>
            </a: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Delivers the Last Mile</a:t>
            </a:r>
            <a:endParaRPr lang="en-US" sz="16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22896C-261D-2F1A-896D-9D7A81CBEF33}"/>
              </a:ext>
            </a:extLst>
          </p:cNvPr>
          <p:cNvGrpSpPr/>
          <p:nvPr/>
        </p:nvGrpSpPr>
        <p:grpSpPr>
          <a:xfrm>
            <a:off x="173831" y="1097280"/>
            <a:ext cx="8778240" cy="1748350"/>
            <a:chOff x="173831" y="1097280"/>
            <a:chExt cx="8778240" cy="1748350"/>
          </a:xfrm>
        </p:grpSpPr>
        <p:sp>
          <p:nvSpPr>
            <p:cNvPr id="31" name="Shape 29"/>
            <p:cNvSpPr/>
            <p:nvPr/>
          </p:nvSpPr>
          <p:spPr>
            <a:xfrm>
              <a:off x="173831" y="1108270"/>
              <a:ext cx="4937760" cy="173736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12700">
              <a:solidFill>
                <a:srgbClr val="FF0000"/>
              </a:solidFill>
              <a:prstDash val="dash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265271" y="1474030"/>
              <a:ext cx="1097280" cy="10058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>
                  <a:alpha val="96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499711" y="1474030"/>
              <a:ext cx="1097280" cy="10058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>
                  <a:alpha val="96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2734151" y="1474030"/>
              <a:ext cx="1097280" cy="10058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>
                  <a:alpha val="96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3968591" y="1474030"/>
              <a:ext cx="1097280" cy="10058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>
                  <a:alpha val="96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5248751" y="1097280"/>
              <a:ext cx="3703320" cy="1737360"/>
            </a:xfrm>
            <a:prstGeom prst="rect">
              <a:avLst/>
            </a:prstGeom>
            <a:solidFill>
              <a:srgbClr val="091C4A">
                <a:alpha val="12000"/>
              </a:srgbClr>
            </a:solidFill>
            <a:ln w="12700">
              <a:solidFill>
                <a:srgbClr val="091C4A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265271" y="161119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265271" y="193123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Source Systems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&amp; Transactions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385411" y="1976950"/>
              <a:ext cx="9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499711" y="161119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499711" y="193123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Semantic Layer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&amp; Transforms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619851" y="1976950"/>
              <a:ext cx="9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2734151" y="161119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KPI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2734151" y="193123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Metrics &amp;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Calculations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854291" y="1976950"/>
              <a:ext cx="9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3968591" y="161119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Dashboard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3968591" y="193123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Internal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Visualization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148262" y="1965960"/>
              <a:ext cx="9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5294471" y="1463040"/>
              <a:ext cx="1097280" cy="1005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3BA2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5294471" y="16002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91C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InfoApp</a:t>
              </a:r>
              <a:endParaRPr lang="en-US" sz="1200" dirty="0">
                <a:solidFill>
                  <a:srgbClr val="091C4A"/>
                </a:solidFill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5294471" y="192024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Customer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Distribution</a:t>
              </a:r>
              <a:endParaRPr lang="en-US" sz="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414611" y="1965960"/>
              <a:ext cx="9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6528911" y="1463040"/>
              <a:ext cx="1097280" cy="1005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3BA2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6528911" y="16002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91C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Decision</a:t>
              </a:r>
              <a:endParaRPr lang="en-US" sz="1200" dirty="0">
                <a:solidFill>
                  <a:srgbClr val="091C4A"/>
                </a:solidFill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6528911" y="192024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User Action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&amp; Insight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649051" y="1965960"/>
              <a:ext cx="9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7763351" y="1463040"/>
              <a:ext cx="1097280" cy="1005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3BA2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7763351" y="16002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91C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Archive</a:t>
              </a:r>
              <a:endParaRPr lang="en-US" sz="1200" dirty="0">
                <a:solidFill>
                  <a:srgbClr val="091C4A"/>
                </a:solidFill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7763351" y="192024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Portable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Record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676751" y="1169552"/>
              <a:ext cx="3886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Oracle BI &amp; Analytics Layer</a:t>
              </a:r>
              <a:endParaRPr 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5248751" y="1143000"/>
              <a:ext cx="3611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91C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InfoApps Distribution Layer</a:t>
              </a:r>
              <a:endParaRPr lang="en-US" sz="1000" dirty="0">
                <a:solidFill>
                  <a:srgbClr val="091C4A"/>
                </a:solidFill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B086489-7410-0806-C997-4B213ED3A4DA}"/>
              </a:ext>
            </a:extLst>
          </p:cNvPr>
          <p:cNvGrpSpPr/>
          <p:nvPr/>
        </p:nvGrpSpPr>
        <p:grpSpPr>
          <a:xfrm>
            <a:off x="539591" y="2979896"/>
            <a:ext cx="8046720" cy="1074421"/>
            <a:chOff x="548640" y="2979896"/>
            <a:chExt cx="8046720" cy="1074421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6F58D09-9ADD-37B8-C35A-29C07E36198E}"/>
                </a:ext>
              </a:extLst>
            </p:cNvPr>
            <p:cNvGrpSpPr/>
            <p:nvPr/>
          </p:nvGrpSpPr>
          <p:grpSpPr>
            <a:xfrm>
              <a:off x="548640" y="2979896"/>
              <a:ext cx="2560320" cy="1051561"/>
              <a:chOff x="548640" y="2926079"/>
              <a:chExt cx="2560320" cy="1051561"/>
            </a:xfrm>
          </p:grpSpPr>
          <p:sp>
            <p:nvSpPr>
              <p:cNvPr id="35" name="Shape 33"/>
              <p:cNvSpPr/>
              <p:nvPr/>
            </p:nvSpPr>
            <p:spPr>
              <a:xfrm>
                <a:off x="548640" y="2926079"/>
                <a:ext cx="2560320" cy="105156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BD5E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Shape 34"/>
              <p:cNvSpPr/>
              <p:nvPr/>
            </p:nvSpPr>
            <p:spPr>
              <a:xfrm>
                <a:off x="548640" y="2926080"/>
                <a:ext cx="2560320" cy="45720"/>
              </a:xfrm>
              <a:prstGeom prst="rect">
                <a:avLst/>
              </a:prstGeom>
              <a:solidFill>
                <a:srgbClr val="3B82F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 35"/>
              <p:cNvSpPr/>
              <p:nvPr/>
            </p:nvSpPr>
            <p:spPr>
              <a:xfrm>
                <a:off x="640080" y="3035808"/>
                <a:ext cx="237744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Traditional BI Ownership</a:t>
                </a:r>
                <a:endParaRPr lang="en-US" sz="1100" dirty="0"/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640080" y="3375499"/>
                <a:ext cx="237744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Metrics definition</a:t>
                </a:r>
                <a:endParaRPr lang="en-US" sz="800" dirty="0"/>
              </a:p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Semantic models</a:t>
                </a:r>
                <a:endParaRPr lang="en-US" sz="800" dirty="0"/>
              </a:p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Data governance</a:t>
                </a:r>
                <a:endParaRPr lang="en-US" sz="800" dirty="0"/>
              </a:p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Drill-down logic</a:t>
                </a:r>
                <a:endParaRPr lang="en-US" sz="800" dirty="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76D8B50-A1BA-D359-7B20-D72AFF0BB5E8}"/>
                </a:ext>
              </a:extLst>
            </p:cNvPr>
            <p:cNvGrpSpPr/>
            <p:nvPr/>
          </p:nvGrpSpPr>
          <p:grpSpPr>
            <a:xfrm>
              <a:off x="3291840" y="2979897"/>
              <a:ext cx="2560320" cy="1074420"/>
              <a:chOff x="3291840" y="2926080"/>
              <a:chExt cx="2560320" cy="1074420"/>
            </a:xfrm>
          </p:grpSpPr>
          <p:sp>
            <p:nvSpPr>
              <p:cNvPr id="39" name="Shape 37"/>
              <p:cNvSpPr/>
              <p:nvPr/>
            </p:nvSpPr>
            <p:spPr>
              <a:xfrm>
                <a:off x="3291840" y="2948939"/>
                <a:ext cx="2560320" cy="105156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BD5E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Shape 38"/>
              <p:cNvSpPr/>
              <p:nvPr/>
            </p:nvSpPr>
            <p:spPr>
              <a:xfrm>
                <a:off x="3291840" y="2926080"/>
                <a:ext cx="2560320" cy="45720"/>
              </a:xfrm>
              <a:prstGeom prst="rect">
                <a:avLst/>
              </a:prstGeom>
              <a:solidFill>
                <a:srgbClr val="0891B2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 39"/>
              <p:cNvSpPr/>
              <p:nvPr/>
            </p:nvSpPr>
            <p:spPr>
              <a:xfrm>
                <a:off x="3383280" y="3035808"/>
                <a:ext cx="237744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b="1" dirty="0" err="1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InfoApps</a:t>
                </a:r>
                <a:r>
                  <a:rPr lang="en-US" sz="1100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Continues</a:t>
                </a:r>
                <a:endParaRPr lang="en-US" sz="1100" dirty="0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3383280" y="3375499"/>
                <a:ext cx="237744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Customer distribution</a:t>
                </a:r>
                <a:endParaRPr lang="en-US" sz="800" dirty="0"/>
              </a:p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Data portability</a:t>
                </a:r>
                <a:endParaRPr lang="en-US" sz="800" dirty="0"/>
              </a:p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Offline access</a:t>
                </a:r>
                <a:endParaRPr lang="en-US" sz="800" dirty="0"/>
              </a:p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Decision enablement</a:t>
                </a:r>
                <a:endParaRPr lang="en-US" sz="800" dirty="0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4028741-10BE-7432-C0D0-F320F7A265C4}"/>
                </a:ext>
              </a:extLst>
            </p:cNvPr>
            <p:cNvGrpSpPr/>
            <p:nvPr/>
          </p:nvGrpSpPr>
          <p:grpSpPr>
            <a:xfrm>
              <a:off x="6035040" y="2979896"/>
              <a:ext cx="2560320" cy="1051561"/>
              <a:chOff x="6035040" y="2926079"/>
              <a:chExt cx="2560320" cy="1051561"/>
            </a:xfrm>
          </p:grpSpPr>
          <p:sp>
            <p:nvSpPr>
              <p:cNvPr id="43" name="Shape 41"/>
              <p:cNvSpPr/>
              <p:nvPr/>
            </p:nvSpPr>
            <p:spPr>
              <a:xfrm>
                <a:off x="6035040" y="2926079"/>
                <a:ext cx="2560320" cy="105156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BD5E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Shape 42"/>
              <p:cNvSpPr/>
              <p:nvPr/>
            </p:nvSpPr>
            <p:spPr>
              <a:xfrm>
                <a:off x="6035040" y="2926080"/>
                <a:ext cx="2560320" cy="45720"/>
              </a:xfrm>
              <a:prstGeom prst="rect">
                <a:avLst/>
              </a:prstGeom>
              <a:solidFill>
                <a:srgbClr val="059669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 43"/>
              <p:cNvSpPr/>
              <p:nvPr/>
            </p:nvSpPr>
            <p:spPr>
              <a:xfrm>
                <a:off x="6126480" y="3035808"/>
                <a:ext cx="237744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Shared Benefits</a:t>
                </a:r>
                <a:endParaRPr lang="en-US" sz="1100" dirty="0"/>
              </a:p>
            </p:txBody>
          </p:sp>
          <p:sp>
            <p:nvSpPr>
              <p:cNvPr id="46" name="Text 44"/>
              <p:cNvSpPr/>
              <p:nvPr/>
            </p:nvSpPr>
            <p:spPr>
              <a:xfrm>
                <a:off x="6126480" y="3375499"/>
                <a:ext cx="237744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Same data, wider reach</a:t>
                </a:r>
                <a:endParaRPr lang="en-US" sz="800" dirty="0"/>
              </a:p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Reduced portal costs</a:t>
                </a:r>
                <a:endParaRPr lang="en-US" sz="800" dirty="0"/>
              </a:p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Better user experience</a:t>
                </a:r>
                <a:endParaRPr lang="en-US" sz="800" dirty="0"/>
              </a:p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800" dirty="0">
                    <a:solidFill>
                      <a:srgbClr val="47556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• Clear ROI on analytics</a:t>
                </a:r>
                <a:endParaRPr lang="en-US" sz="800" dirty="0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FA77AF-8C6C-0E8F-97FE-A942BE257D3C}"/>
              </a:ext>
            </a:extLst>
          </p:cNvPr>
          <p:cNvGrpSpPr/>
          <p:nvPr/>
        </p:nvGrpSpPr>
        <p:grpSpPr>
          <a:xfrm>
            <a:off x="448151" y="4199573"/>
            <a:ext cx="8229600" cy="685800"/>
            <a:chOff x="457200" y="4199573"/>
            <a:chExt cx="8229600" cy="685800"/>
          </a:xfrm>
        </p:grpSpPr>
        <p:sp>
          <p:nvSpPr>
            <p:cNvPr id="47" name="Shape 45"/>
            <p:cNvSpPr/>
            <p:nvPr/>
          </p:nvSpPr>
          <p:spPr>
            <a:xfrm>
              <a:off x="457200" y="4199573"/>
              <a:ext cx="8229600" cy="685800"/>
            </a:xfrm>
            <a:prstGeom prst="rect">
              <a:avLst/>
            </a:prstGeom>
            <a:solidFill>
              <a:srgbClr val="FEF3C7"/>
            </a:solidFill>
            <a:ln w="254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46"/>
            <p:cNvSpPr/>
            <p:nvPr/>
          </p:nvSpPr>
          <p:spPr>
            <a:xfrm>
              <a:off x="457200" y="4291013"/>
              <a:ext cx="8229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92400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Handoff Point</a:t>
              </a:r>
              <a:endParaRPr lang="en-US" sz="13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640080" y="4519613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78350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InfoApps don't compete with BI — they finish the job dashboards were never designed to do.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78350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BI creates the insight. InfoApps deliver it to the people who need it, when and where they need it.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InfoApps Replace — And Why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Solution for Multiple Legacy Approaches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PDFs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interactivity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exploration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view, frozen in time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updates required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Can't drill down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 machine-readable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25603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538728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Replace: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trapped in pages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56032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1280160"/>
            <a:ext cx="256032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03320" y="13258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+ Excel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7830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Portal-dependent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Online-only access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Expensive compute per query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Excel exports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Version control chaos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offline capability</a:t>
            </a:r>
            <a:endParaRPr lang="en-US" sz="800" b="1" dirty="0"/>
          </a:p>
        </p:txBody>
      </p:sp>
      <p:sp>
        <p:nvSpPr>
          <p:cNvPr id="19" name="Shape 17"/>
          <p:cNvSpPr/>
          <p:nvPr/>
        </p:nvSpPr>
        <p:spPr>
          <a:xfrm>
            <a:off x="3291840" y="3474720"/>
            <a:ext cx="25603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29000" y="3538728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Replace: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3703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bottleneck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1280160"/>
            <a:ext cx="256032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1280160"/>
            <a:ext cx="256032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46520" y="13258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17830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Server-side rendering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Per-user licensing costs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share externally</a:t>
            </a:r>
            <a:endParaRPr lang="en-US" sz="800" b="1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VPN/login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Heavy infrastructure</a:t>
            </a:r>
            <a:endParaRPr lang="en-US" sz="8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portable</a:t>
            </a:r>
            <a:endParaRPr lang="en-US" sz="800" b="1" dirty="0"/>
          </a:p>
        </p:txBody>
      </p:sp>
      <p:sp>
        <p:nvSpPr>
          <p:cNvPr id="28" name="Shape 26"/>
          <p:cNvSpPr/>
          <p:nvPr/>
        </p:nvSpPr>
        <p:spPr>
          <a:xfrm>
            <a:off x="6035040" y="3474720"/>
            <a:ext cx="25603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72200" y="3538728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Replace: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72200" y="3703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analysts, not customers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059669"/>
          </a:solidFill>
          <a:ln w="381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4251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188720" y="4233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InfoApps Replace All Three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88720" y="4544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• Portable • Offline-Capable • Cost-Predictable • Customer-Ready • Machine-Readable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410</Words>
  <Application>Microsoft Office PowerPoint</Application>
  <PresentationFormat>On-screen Show (16:9)</PresentationFormat>
  <Paragraphs>118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Fusion &amp; GUUT InfoApps</dc:title>
  <dc:subject>PptxGenJS Presentation</dc:subject>
  <dc:creator>GUUT</dc:creator>
  <cp:lastModifiedBy>D Ford</cp:lastModifiedBy>
  <cp:revision>1</cp:revision>
  <dcterms:created xsi:type="dcterms:W3CDTF">2026-01-28T13:11:06Z</dcterms:created>
  <dcterms:modified xsi:type="dcterms:W3CDTF">2026-01-28T14:27:56Z</dcterms:modified>
</cp:coreProperties>
</file>